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5" autoAdjust="0"/>
    <p:restoredTop sz="87190" autoAdjust="0"/>
  </p:normalViewPr>
  <p:slideViewPr>
    <p:cSldViewPr snapToGrid="0">
      <p:cViewPr>
        <p:scale>
          <a:sx n="66" d="100"/>
          <a:sy n="66" d="100"/>
        </p:scale>
        <p:origin x="1590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3A7597B-74BC-4FAC-9C67-AFD1603FB41F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8295D7B-85E8-4DFA-B5A9-196B0F10BE0E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pl-PL" sz="1600" b="1" dirty="0"/>
            <a:t>Information</a:t>
          </a:r>
        </a:p>
        <a:p>
          <a:pPr>
            <a:lnSpc>
              <a:spcPct val="100000"/>
            </a:lnSpc>
          </a:pPr>
          <a:r>
            <a:rPr lang="pl-PL" sz="1600" dirty="0"/>
            <a:t> </a:t>
          </a:r>
          <a:r>
            <a:rPr lang="pl-PL" sz="1600" dirty="0" err="1"/>
            <a:t>Used</a:t>
          </a:r>
          <a:r>
            <a:rPr lang="pl-PL" sz="1600" dirty="0"/>
            <a:t> for </a:t>
          </a:r>
          <a:r>
            <a:rPr lang="pl-PL" sz="1600" dirty="0" err="1"/>
            <a:t>populating</a:t>
          </a:r>
          <a:r>
            <a:rPr lang="pl-PL" sz="1600" dirty="0"/>
            <a:t> „News” </a:t>
          </a:r>
          <a:r>
            <a:rPr lang="pl-PL" sz="1600" dirty="0" err="1"/>
            <a:t>section</a:t>
          </a:r>
          <a:r>
            <a:rPr lang="pl-PL" sz="1600" dirty="0"/>
            <a:t> on my Power </a:t>
          </a:r>
          <a:r>
            <a:rPr lang="pl-PL" sz="1600" dirty="0" err="1"/>
            <a:t>Pages</a:t>
          </a:r>
          <a:r>
            <a:rPr lang="pl-PL" sz="1600" dirty="0"/>
            <a:t> </a:t>
          </a:r>
          <a:r>
            <a:rPr lang="pl-PL" sz="1600" dirty="0" err="1"/>
            <a:t>main</a:t>
          </a:r>
          <a:r>
            <a:rPr lang="pl-PL" sz="1600" dirty="0"/>
            <a:t> </a:t>
          </a:r>
          <a:r>
            <a:rPr lang="pl-PL" sz="1600" dirty="0" err="1"/>
            <a:t>site</a:t>
          </a:r>
          <a:endParaRPr lang="en-US" sz="1600" dirty="0"/>
        </a:p>
      </dgm:t>
    </dgm:pt>
    <dgm:pt modelId="{A9B01D3D-48AB-436D-B87B-0A6D09CFCF73}" type="parTrans" cxnId="{5C2F37A4-671C-4D6F-8E14-8494159CDEF0}">
      <dgm:prSet/>
      <dgm:spPr/>
      <dgm:t>
        <a:bodyPr/>
        <a:lstStyle/>
        <a:p>
          <a:endParaRPr lang="en-US"/>
        </a:p>
      </dgm:t>
    </dgm:pt>
    <dgm:pt modelId="{CBFEE4AD-98C6-405F-A32A-8BB1B9FDF4B2}" type="sibTrans" cxnId="{5C2F37A4-671C-4D6F-8E14-8494159CDEF0}">
      <dgm:prSet/>
      <dgm:spPr/>
      <dgm:t>
        <a:bodyPr/>
        <a:lstStyle/>
        <a:p>
          <a:endParaRPr lang="en-US"/>
        </a:p>
      </dgm:t>
    </dgm:pt>
    <dgm:pt modelId="{FE190E4B-22DA-4D97-B739-A6A14D86253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pl-PL" sz="1600" b="1" dirty="0"/>
            <a:t>Notification </a:t>
          </a:r>
        </a:p>
        <a:p>
          <a:pPr>
            <a:lnSpc>
              <a:spcPct val="100000"/>
            </a:lnSpc>
          </a:pPr>
          <a:r>
            <a:rPr lang="pl-PL" sz="1600" dirty="0" err="1"/>
            <a:t>Short</a:t>
          </a:r>
          <a:r>
            <a:rPr lang="pl-PL" sz="1600" dirty="0"/>
            <a:t> </a:t>
          </a:r>
          <a:r>
            <a:rPr lang="pl-PL" sz="1600" dirty="0" err="1"/>
            <a:t>information</a:t>
          </a:r>
          <a:r>
            <a:rPr lang="pl-PL" sz="1600" dirty="0"/>
            <a:t> for the Power </a:t>
          </a:r>
          <a:r>
            <a:rPr lang="pl-PL" sz="1600" dirty="0" err="1"/>
            <a:t>Pages</a:t>
          </a:r>
          <a:r>
            <a:rPr lang="pl-PL" sz="1600" dirty="0"/>
            <a:t> portal </a:t>
          </a:r>
          <a:r>
            <a:rPr lang="pl-PL" sz="1600" dirty="0" err="1"/>
            <a:t>users</a:t>
          </a:r>
          <a:r>
            <a:rPr lang="pl-PL" sz="1600" dirty="0"/>
            <a:t> (</a:t>
          </a:r>
          <a:r>
            <a:rPr lang="pl-PL" sz="1600" dirty="0" err="1"/>
            <a:t>related</a:t>
          </a:r>
          <a:r>
            <a:rPr lang="pl-PL" sz="1600" dirty="0"/>
            <a:t> with </a:t>
          </a:r>
          <a:r>
            <a:rPr lang="pl-PL" sz="1600" dirty="0" err="1"/>
            <a:t>Contact</a:t>
          </a:r>
          <a:r>
            <a:rPr lang="pl-PL" sz="1600" dirty="0"/>
            <a:t> </a:t>
          </a:r>
          <a:r>
            <a:rPr lang="pl-PL" sz="1600" dirty="0" err="1"/>
            <a:t>table</a:t>
          </a:r>
          <a:r>
            <a:rPr lang="pl-PL" sz="1600" dirty="0"/>
            <a:t> in </a:t>
          </a:r>
          <a:r>
            <a:rPr lang="pl-PL" sz="1600" dirty="0" err="1"/>
            <a:t>Dataverse</a:t>
          </a:r>
          <a:r>
            <a:rPr lang="pl-PL" sz="1600" dirty="0"/>
            <a:t>)</a:t>
          </a:r>
          <a:endParaRPr lang="en-US" sz="1600" dirty="0"/>
        </a:p>
      </dgm:t>
    </dgm:pt>
    <dgm:pt modelId="{7310D48D-C3F8-4F2E-89FF-4F05633CA3F3}" type="parTrans" cxnId="{FC480529-FC0E-4E22-A6DB-B61BE9D61194}">
      <dgm:prSet/>
      <dgm:spPr/>
      <dgm:t>
        <a:bodyPr/>
        <a:lstStyle/>
        <a:p>
          <a:endParaRPr lang="en-US"/>
        </a:p>
      </dgm:t>
    </dgm:pt>
    <dgm:pt modelId="{C2D196E4-B121-4180-B668-FACDE69F3C9A}" type="sibTrans" cxnId="{FC480529-FC0E-4E22-A6DB-B61BE9D61194}">
      <dgm:prSet/>
      <dgm:spPr/>
      <dgm:t>
        <a:bodyPr/>
        <a:lstStyle/>
        <a:p>
          <a:endParaRPr lang="en-US"/>
        </a:p>
      </dgm:t>
    </dgm:pt>
    <dgm:pt modelId="{2B9322FE-4A58-4418-8EE6-14B35A489120}" type="pres">
      <dgm:prSet presAssocID="{A3A7597B-74BC-4FAC-9C67-AFD1603FB41F}" presName="root" presStyleCnt="0">
        <dgm:presLayoutVars>
          <dgm:dir/>
          <dgm:resizeHandles val="exact"/>
        </dgm:presLayoutVars>
      </dgm:prSet>
      <dgm:spPr/>
    </dgm:pt>
    <dgm:pt modelId="{10AB9342-A88F-4208-9777-77672A2FD12C}" type="pres">
      <dgm:prSet presAssocID="{78295D7B-85E8-4DFA-B5A9-196B0F10BE0E}" presName="compNode" presStyleCnt="0"/>
      <dgm:spPr/>
    </dgm:pt>
    <dgm:pt modelId="{E5B0CD6B-78D6-46AE-9439-66A4818F5BD1}" type="pres">
      <dgm:prSet presAssocID="{78295D7B-85E8-4DFA-B5A9-196B0F10BE0E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Newspaper"/>
        </a:ext>
      </dgm:extLst>
    </dgm:pt>
    <dgm:pt modelId="{266801E5-2D23-4789-A6A4-70278F935ACD}" type="pres">
      <dgm:prSet presAssocID="{78295D7B-85E8-4DFA-B5A9-196B0F10BE0E}" presName="spaceRect" presStyleCnt="0"/>
      <dgm:spPr/>
    </dgm:pt>
    <dgm:pt modelId="{93580B66-B2E2-4B44-B93E-C6D990962948}" type="pres">
      <dgm:prSet presAssocID="{78295D7B-85E8-4DFA-B5A9-196B0F10BE0E}" presName="textRect" presStyleLbl="revTx" presStyleIdx="0" presStyleCnt="2">
        <dgm:presLayoutVars>
          <dgm:chMax val="1"/>
          <dgm:chPref val="1"/>
        </dgm:presLayoutVars>
      </dgm:prSet>
      <dgm:spPr/>
    </dgm:pt>
    <dgm:pt modelId="{2CBA1CCE-4563-43E3-AB82-94F0D3D961AC}" type="pres">
      <dgm:prSet presAssocID="{CBFEE4AD-98C6-405F-A32A-8BB1B9FDF4B2}" presName="sibTrans" presStyleCnt="0"/>
      <dgm:spPr/>
    </dgm:pt>
    <dgm:pt modelId="{00200B84-B0B4-4F9A-BAF8-9838B82B5496}" type="pres">
      <dgm:prSet presAssocID="{FE190E4B-22DA-4D97-B739-A6A14D862533}" presName="compNode" presStyleCnt="0"/>
      <dgm:spPr/>
    </dgm:pt>
    <dgm:pt modelId="{0137ADBA-16DD-48CD-8C2D-F9201A1611A6}" type="pres">
      <dgm:prSet presAssocID="{FE190E4B-22DA-4D97-B739-A6A14D862533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ell"/>
        </a:ext>
      </dgm:extLst>
    </dgm:pt>
    <dgm:pt modelId="{19E7D749-11A5-4D34-BBCD-F8B3A21D033E}" type="pres">
      <dgm:prSet presAssocID="{FE190E4B-22DA-4D97-B739-A6A14D862533}" presName="spaceRect" presStyleCnt="0"/>
      <dgm:spPr/>
    </dgm:pt>
    <dgm:pt modelId="{ABD00F78-2F93-49A9-ABCD-F129EBAD91DD}" type="pres">
      <dgm:prSet presAssocID="{FE190E4B-22DA-4D97-B739-A6A14D862533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B230071D-01FC-4E4D-9741-147B4AFB2D50}" type="presOf" srcId="{FE190E4B-22DA-4D97-B739-A6A14D862533}" destId="{ABD00F78-2F93-49A9-ABCD-F129EBAD91DD}" srcOrd="0" destOrd="0" presId="urn:microsoft.com/office/officeart/2018/2/layout/IconLabelList"/>
    <dgm:cxn modelId="{FC480529-FC0E-4E22-A6DB-B61BE9D61194}" srcId="{A3A7597B-74BC-4FAC-9C67-AFD1603FB41F}" destId="{FE190E4B-22DA-4D97-B739-A6A14D862533}" srcOrd="1" destOrd="0" parTransId="{7310D48D-C3F8-4F2E-89FF-4F05633CA3F3}" sibTransId="{C2D196E4-B121-4180-B668-FACDE69F3C9A}"/>
    <dgm:cxn modelId="{BB173265-D918-419B-87AE-1F2434D1CDD8}" type="presOf" srcId="{78295D7B-85E8-4DFA-B5A9-196B0F10BE0E}" destId="{93580B66-B2E2-4B44-B93E-C6D990962948}" srcOrd="0" destOrd="0" presId="urn:microsoft.com/office/officeart/2018/2/layout/IconLabelList"/>
    <dgm:cxn modelId="{5C2F37A4-671C-4D6F-8E14-8494159CDEF0}" srcId="{A3A7597B-74BC-4FAC-9C67-AFD1603FB41F}" destId="{78295D7B-85E8-4DFA-B5A9-196B0F10BE0E}" srcOrd="0" destOrd="0" parTransId="{A9B01D3D-48AB-436D-B87B-0A6D09CFCF73}" sibTransId="{CBFEE4AD-98C6-405F-A32A-8BB1B9FDF4B2}"/>
    <dgm:cxn modelId="{C3DD37C1-87BC-4B88-A58E-5E6A5AE9B504}" type="presOf" srcId="{A3A7597B-74BC-4FAC-9C67-AFD1603FB41F}" destId="{2B9322FE-4A58-4418-8EE6-14B35A489120}" srcOrd="0" destOrd="0" presId="urn:microsoft.com/office/officeart/2018/2/layout/IconLabelList"/>
    <dgm:cxn modelId="{B23F95EB-2BE1-4086-BE30-82AD21E6CB43}" type="presParOf" srcId="{2B9322FE-4A58-4418-8EE6-14B35A489120}" destId="{10AB9342-A88F-4208-9777-77672A2FD12C}" srcOrd="0" destOrd="0" presId="urn:microsoft.com/office/officeart/2018/2/layout/IconLabelList"/>
    <dgm:cxn modelId="{38B4159A-CF37-40AC-88A2-E7897219B5E8}" type="presParOf" srcId="{10AB9342-A88F-4208-9777-77672A2FD12C}" destId="{E5B0CD6B-78D6-46AE-9439-66A4818F5BD1}" srcOrd="0" destOrd="0" presId="urn:microsoft.com/office/officeart/2018/2/layout/IconLabelList"/>
    <dgm:cxn modelId="{E621BF1B-FB49-4773-8CB6-CDC56B45DF46}" type="presParOf" srcId="{10AB9342-A88F-4208-9777-77672A2FD12C}" destId="{266801E5-2D23-4789-A6A4-70278F935ACD}" srcOrd="1" destOrd="0" presId="urn:microsoft.com/office/officeart/2018/2/layout/IconLabelList"/>
    <dgm:cxn modelId="{7AD6FDB0-521F-4680-B5FA-2A18D98CE3D7}" type="presParOf" srcId="{10AB9342-A88F-4208-9777-77672A2FD12C}" destId="{93580B66-B2E2-4B44-B93E-C6D990962948}" srcOrd="2" destOrd="0" presId="urn:microsoft.com/office/officeart/2018/2/layout/IconLabelList"/>
    <dgm:cxn modelId="{E398A0E3-5C3E-4721-85CF-4C949577EA42}" type="presParOf" srcId="{2B9322FE-4A58-4418-8EE6-14B35A489120}" destId="{2CBA1CCE-4563-43E3-AB82-94F0D3D961AC}" srcOrd="1" destOrd="0" presId="urn:microsoft.com/office/officeart/2018/2/layout/IconLabelList"/>
    <dgm:cxn modelId="{0D6529DD-6754-44F7-9E72-63B23136AC68}" type="presParOf" srcId="{2B9322FE-4A58-4418-8EE6-14B35A489120}" destId="{00200B84-B0B4-4F9A-BAF8-9838B82B5496}" srcOrd="2" destOrd="0" presId="urn:microsoft.com/office/officeart/2018/2/layout/IconLabelList"/>
    <dgm:cxn modelId="{17ED814A-601A-470F-BC92-84E4DAE2186A}" type="presParOf" srcId="{00200B84-B0B4-4F9A-BAF8-9838B82B5496}" destId="{0137ADBA-16DD-48CD-8C2D-F9201A1611A6}" srcOrd="0" destOrd="0" presId="urn:microsoft.com/office/officeart/2018/2/layout/IconLabelList"/>
    <dgm:cxn modelId="{4E2DAB8F-A12A-4E5A-9069-83AC2A448C6D}" type="presParOf" srcId="{00200B84-B0B4-4F9A-BAF8-9838B82B5496}" destId="{19E7D749-11A5-4D34-BBCD-F8B3A21D033E}" srcOrd="1" destOrd="0" presId="urn:microsoft.com/office/officeart/2018/2/layout/IconLabelList"/>
    <dgm:cxn modelId="{7400C97C-E87E-4CE7-B36C-29FA543F2284}" type="presParOf" srcId="{00200B84-B0B4-4F9A-BAF8-9838B82B5496}" destId="{ABD00F78-2F93-49A9-ABCD-F129EBAD91D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B0CD6B-78D6-46AE-9439-66A4818F5BD1}">
      <dsp:nvSpPr>
        <dsp:cNvPr id="0" name=""/>
        <dsp:cNvSpPr/>
      </dsp:nvSpPr>
      <dsp:spPr>
        <a:xfrm>
          <a:off x="1747800" y="542401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580B66-B2E2-4B44-B93E-C6D990962948}">
      <dsp:nvSpPr>
        <dsp:cNvPr id="0" name=""/>
        <dsp:cNvSpPr/>
      </dsp:nvSpPr>
      <dsp:spPr>
        <a:xfrm>
          <a:off x="559800" y="2976436"/>
          <a:ext cx="4320000" cy="83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1" kern="1200" dirty="0"/>
            <a:t>Information</a:t>
          </a:r>
        </a:p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kern="1200" dirty="0"/>
            <a:t> </a:t>
          </a:r>
          <a:r>
            <a:rPr lang="pl-PL" sz="1600" kern="1200" dirty="0" err="1"/>
            <a:t>Used</a:t>
          </a:r>
          <a:r>
            <a:rPr lang="pl-PL" sz="1600" kern="1200" dirty="0"/>
            <a:t> for </a:t>
          </a:r>
          <a:r>
            <a:rPr lang="pl-PL" sz="1600" kern="1200" dirty="0" err="1"/>
            <a:t>populating</a:t>
          </a:r>
          <a:r>
            <a:rPr lang="pl-PL" sz="1600" kern="1200" dirty="0"/>
            <a:t> „News” </a:t>
          </a:r>
          <a:r>
            <a:rPr lang="pl-PL" sz="1600" kern="1200" dirty="0" err="1"/>
            <a:t>section</a:t>
          </a:r>
          <a:r>
            <a:rPr lang="pl-PL" sz="1600" kern="1200" dirty="0"/>
            <a:t> on my Power </a:t>
          </a:r>
          <a:r>
            <a:rPr lang="pl-PL" sz="1600" kern="1200" dirty="0" err="1"/>
            <a:t>Pages</a:t>
          </a:r>
          <a:r>
            <a:rPr lang="pl-PL" sz="1600" kern="1200" dirty="0"/>
            <a:t> </a:t>
          </a:r>
          <a:r>
            <a:rPr lang="pl-PL" sz="1600" kern="1200" dirty="0" err="1"/>
            <a:t>main</a:t>
          </a:r>
          <a:r>
            <a:rPr lang="pl-PL" sz="1600" kern="1200" dirty="0"/>
            <a:t> </a:t>
          </a:r>
          <a:r>
            <a:rPr lang="pl-PL" sz="1600" kern="1200" dirty="0" err="1"/>
            <a:t>site</a:t>
          </a:r>
          <a:endParaRPr lang="en-US" sz="1600" kern="1200" dirty="0"/>
        </a:p>
      </dsp:txBody>
      <dsp:txXfrm>
        <a:off x="559800" y="2976436"/>
        <a:ext cx="4320000" cy="832500"/>
      </dsp:txXfrm>
    </dsp:sp>
    <dsp:sp modelId="{0137ADBA-16DD-48CD-8C2D-F9201A1611A6}">
      <dsp:nvSpPr>
        <dsp:cNvPr id="0" name=""/>
        <dsp:cNvSpPr/>
      </dsp:nvSpPr>
      <dsp:spPr>
        <a:xfrm>
          <a:off x="6823800" y="542401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D00F78-2F93-49A9-ABCD-F129EBAD91DD}">
      <dsp:nvSpPr>
        <dsp:cNvPr id="0" name=""/>
        <dsp:cNvSpPr/>
      </dsp:nvSpPr>
      <dsp:spPr>
        <a:xfrm>
          <a:off x="5635800" y="2976436"/>
          <a:ext cx="4320000" cy="83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1" kern="1200" dirty="0"/>
            <a:t>Notification </a:t>
          </a:r>
        </a:p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kern="1200" dirty="0" err="1"/>
            <a:t>Short</a:t>
          </a:r>
          <a:r>
            <a:rPr lang="pl-PL" sz="1600" kern="1200" dirty="0"/>
            <a:t> </a:t>
          </a:r>
          <a:r>
            <a:rPr lang="pl-PL" sz="1600" kern="1200" dirty="0" err="1"/>
            <a:t>information</a:t>
          </a:r>
          <a:r>
            <a:rPr lang="pl-PL" sz="1600" kern="1200" dirty="0"/>
            <a:t> for the Power </a:t>
          </a:r>
          <a:r>
            <a:rPr lang="pl-PL" sz="1600" kern="1200" dirty="0" err="1"/>
            <a:t>Pages</a:t>
          </a:r>
          <a:r>
            <a:rPr lang="pl-PL" sz="1600" kern="1200" dirty="0"/>
            <a:t> portal </a:t>
          </a:r>
          <a:r>
            <a:rPr lang="pl-PL" sz="1600" kern="1200" dirty="0" err="1"/>
            <a:t>users</a:t>
          </a:r>
          <a:r>
            <a:rPr lang="pl-PL" sz="1600" kern="1200" dirty="0"/>
            <a:t> (</a:t>
          </a:r>
          <a:r>
            <a:rPr lang="pl-PL" sz="1600" kern="1200" dirty="0" err="1"/>
            <a:t>related</a:t>
          </a:r>
          <a:r>
            <a:rPr lang="pl-PL" sz="1600" kern="1200" dirty="0"/>
            <a:t> with </a:t>
          </a:r>
          <a:r>
            <a:rPr lang="pl-PL" sz="1600" kern="1200" dirty="0" err="1"/>
            <a:t>Contact</a:t>
          </a:r>
          <a:r>
            <a:rPr lang="pl-PL" sz="1600" kern="1200" dirty="0"/>
            <a:t> </a:t>
          </a:r>
          <a:r>
            <a:rPr lang="pl-PL" sz="1600" kern="1200" dirty="0" err="1"/>
            <a:t>table</a:t>
          </a:r>
          <a:r>
            <a:rPr lang="pl-PL" sz="1600" kern="1200" dirty="0"/>
            <a:t> in </a:t>
          </a:r>
          <a:r>
            <a:rPr lang="pl-PL" sz="1600" kern="1200" dirty="0" err="1"/>
            <a:t>Dataverse</a:t>
          </a:r>
          <a:r>
            <a:rPr lang="pl-PL" sz="1600" kern="1200" dirty="0"/>
            <a:t>)</a:t>
          </a:r>
          <a:endParaRPr lang="en-US" sz="1600" kern="1200" dirty="0"/>
        </a:p>
      </dsp:txBody>
      <dsp:txXfrm>
        <a:off x="5635800" y="2976436"/>
        <a:ext cx="4320000" cy="832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4565E9-8E42-434E-900E-E247404B4C37}" type="datetimeFigureOut">
              <a:rPr lang="pl-PL" smtClean="0"/>
              <a:t>8.05.2026</a:t>
            </a:fld>
            <a:endParaRPr lang="pl-P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67EFE-9B8E-4029-AC02-C061BB620F1F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55414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Plan:</a:t>
            </a:r>
          </a:p>
          <a:p>
            <a:pPr marL="228600" indent="-228600">
              <a:buAutoNum type="arabicPeriod"/>
            </a:pPr>
            <a:r>
              <a:rPr lang="pl-PL" dirty="0"/>
              <a:t>Setup </a:t>
            </a:r>
            <a:r>
              <a:rPr lang="pl-PL" dirty="0" err="1"/>
              <a:t>initial</a:t>
            </a:r>
            <a:r>
              <a:rPr lang="pl-PL" dirty="0"/>
              <a:t> </a:t>
            </a:r>
            <a:r>
              <a:rPr lang="pl-PL" dirty="0" err="1"/>
              <a:t>Page</a:t>
            </a:r>
            <a:r>
              <a:rPr lang="pl-PL" dirty="0"/>
              <a:t> layout</a:t>
            </a:r>
          </a:p>
          <a:p>
            <a:pPr marL="228600" indent="-228600">
              <a:buAutoNum type="arabicPeriod"/>
            </a:pPr>
            <a:r>
              <a:rPr lang="pl-PL" dirty="0" err="1"/>
              <a:t>Implement</a:t>
            </a:r>
            <a:r>
              <a:rPr lang="pl-PL" dirty="0"/>
              <a:t> </a:t>
            </a:r>
            <a:r>
              <a:rPr lang="pl-PL" dirty="0" err="1"/>
              <a:t>retrieving</a:t>
            </a:r>
            <a:r>
              <a:rPr lang="pl-PL" dirty="0"/>
              <a:t> data from </a:t>
            </a:r>
            <a:r>
              <a:rPr lang="pl-PL" dirty="0" err="1"/>
              <a:t>Dataverse</a:t>
            </a:r>
            <a:endParaRPr lang="pl-PL" dirty="0"/>
          </a:p>
          <a:p>
            <a:pPr marL="228600" indent="-228600">
              <a:buAutoNum type="arabicPeriod"/>
            </a:pPr>
            <a:r>
              <a:rPr lang="pl-PL" dirty="0" err="1"/>
              <a:t>Implementing</a:t>
            </a:r>
            <a:r>
              <a:rPr lang="pl-PL" dirty="0"/>
              <a:t> Power </a:t>
            </a:r>
            <a:r>
              <a:rPr lang="pl-PL" dirty="0" err="1"/>
              <a:t>Automate</a:t>
            </a:r>
            <a:r>
              <a:rPr lang="pl-PL" dirty="0"/>
              <a:t> Call</a:t>
            </a:r>
          </a:p>
          <a:p>
            <a:pPr marL="228600" indent="-228600">
              <a:buAutoNum type="arabicPeriod"/>
            </a:pPr>
            <a:r>
              <a:rPr lang="pl-PL" dirty="0" err="1"/>
              <a:t>Implement</a:t>
            </a:r>
            <a:r>
              <a:rPr lang="pl-PL" dirty="0"/>
              <a:t> </a:t>
            </a:r>
            <a:r>
              <a:rPr lang="pl-PL" dirty="0" err="1"/>
              <a:t>authentication</a:t>
            </a:r>
            <a:r>
              <a:rPr lang="pl-PL" dirty="0"/>
              <a:t> and </a:t>
            </a:r>
            <a:r>
              <a:rPr lang="pl-PL" dirty="0" err="1"/>
              <a:t>authorization</a:t>
            </a:r>
            <a:endParaRPr lang="pl-P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C67EFE-9B8E-4029-AC02-C061BB620F1F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52988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5902D-E5FF-E49A-ABAA-91859E88CA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AA498C-6783-920E-B548-7B8E0BB898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B6291-98A4-0E6D-AD96-026C2A8F2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B5360-B84C-4BBD-9312-60A0E9976EC2}" type="datetimeFigureOut">
              <a:rPr lang="pl-PL" smtClean="0"/>
              <a:t>8.05.2026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CF99B-8C50-BE13-C203-437BAA4F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0F3E2-9311-1DEA-695A-A21FEDD4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B7A8C-A97B-4400-A788-4C717C1F883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280206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6E42A-6825-0E04-BEFF-6B494EB87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B7D4A-94A7-0711-563B-4F01334B2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367670-85D2-F085-AC25-7464C5FFD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B5360-B84C-4BBD-9312-60A0E9976EC2}" type="datetimeFigureOut">
              <a:rPr lang="pl-PL" smtClean="0"/>
              <a:t>8.05.2026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17FFB9-37AA-1004-D33C-B7A1D0ED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96F0B9-2CAC-0F58-BCAE-51D69783B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B7A8C-A97B-4400-A788-4C717C1F883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7577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7953F-5BDE-056E-5010-59C77532B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7663C0-65B0-DF6F-0582-AA76DE77EF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7074B2-7394-AA8B-5140-8379BAD33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B5360-B84C-4BBD-9312-60A0E9976EC2}" type="datetimeFigureOut">
              <a:rPr lang="pl-PL" smtClean="0"/>
              <a:t>8.05.2026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557748-CF41-4472-0314-FA8DE1E01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317162-DEE8-316A-07EC-536EC31FF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B7A8C-A97B-4400-A788-4C717C1F883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82199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85C0B-096E-8EFB-0866-62F8B1B83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CA5D7-74DA-641D-8C26-894BECF8D0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A1FEEB-5D30-CFFD-8A59-B032874D9A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085B4-71D8-1910-18DB-B8EE09B46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B5360-B84C-4BBD-9312-60A0E9976EC2}" type="datetimeFigureOut">
              <a:rPr lang="pl-PL" smtClean="0"/>
              <a:t>8.05.2026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34530-BB48-9FC6-EC07-4929BF732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8A9E8B-7952-1DAD-C4BA-05A5F732C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B7A8C-A97B-4400-A788-4C717C1F883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77181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32A5D-7FBD-28B6-7A47-11E65EB16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B7009A-2B0D-DCD7-26FF-0E550C0564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6D48F0-52D7-5FF0-3FDD-171D905D2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60870E-27EF-DCC8-4678-245FFEF453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173258-15A9-1514-A3B6-7A384AF2C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02A499-9AB3-0455-C7FA-F4F645961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B5360-B84C-4BBD-9312-60A0E9976EC2}" type="datetimeFigureOut">
              <a:rPr lang="pl-PL" smtClean="0"/>
              <a:t>8.05.2026</a:t>
            </a:fld>
            <a:endParaRPr lang="pl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C497AE-C0D2-9B53-A603-BE5E52AFC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9407EE-1E32-C3BB-6538-63100E1FA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B7A8C-A97B-4400-A788-4C717C1F883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3874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FB23F-5E34-A915-D659-FB9881905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353A26-D83E-2F3D-C7B3-4084C936F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B5360-B84C-4BBD-9312-60A0E9976EC2}" type="datetimeFigureOut">
              <a:rPr lang="pl-PL" smtClean="0"/>
              <a:t>8.05.2026</a:t>
            </a:fld>
            <a:endParaRPr lang="pl-P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DDCE72-61FE-EDB1-AED7-B8D8A8F70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11013C-18BE-B324-C7B9-16E4DFC93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B7A8C-A97B-4400-A788-4C717C1F883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69580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7D4D63-5F75-85F3-CC85-D0C7F1336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B5360-B84C-4BBD-9312-60A0E9976EC2}" type="datetimeFigureOut">
              <a:rPr lang="pl-PL" smtClean="0"/>
              <a:t>8.05.2026</a:t>
            </a:fld>
            <a:endParaRPr lang="pl-P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42604C-999D-E2E7-BB94-97A637754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F10579-90A4-59CF-6C10-1E037A352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B7A8C-A97B-4400-A788-4C717C1F883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90759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05AB3-6FCD-A41D-1B59-FF436C76E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51948-199E-A164-1092-C83D96793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216BAC-EC7B-9933-3CE9-B0ECBF262A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935D42-7AEB-792D-9299-C5D2A07DD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B5360-B84C-4BBD-9312-60A0E9976EC2}" type="datetimeFigureOut">
              <a:rPr lang="pl-PL" smtClean="0"/>
              <a:t>8.05.2026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32ED28-007F-DF73-5051-D0527DE8B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406608-5335-CA14-C9FE-4CAE4F843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B7A8C-A97B-4400-A788-4C717C1F883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53996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C3E6C-BFFF-A063-39EF-05EDA773D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87FC11-8FE9-9AF6-7054-8C11129BA8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7CB26-C8CF-8EB5-B44C-FA4FE24E23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BF9716-D8F9-2A8E-2DA9-896151F2A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B5360-B84C-4BBD-9312-60A0E9976EC2}" type="datetimeFigureOut">
              <a:rPr lang="pl-PL" smtClean="0"/>
              <a:t>8.05.2026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D26BCE-EB52-F083-29F7-84FCACAE7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4A9253-DCB3-7106-16C7-6FA44BECD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B7A8C-A97B-4400-A788-4C717C1F883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17148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62CF2-542C-DCD8-364C-19BD2E41B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CFA5F9-BC22-844C-CCF8-763CDAD21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C29CF4-F6C7-BC61-1D58-9F07E04DD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B5360-B84C-4BBD-9312-60A0E9976EC2}" type="datetimeFigureOut">
              <a:rPr lang="pl-PL" smtClean="0"/>
              <a:t>8.05.2026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43A28-64F1-F759-0BF9-A4FA2FA8F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CD432-65F2-CD6F-3B97-DF900DCB7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B7A8C-A97B-4400-A788-4C717C1F883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45397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09F6A7-619C-43FD-FB2E-5D3F708B37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4D6E77-0A10-4016-6717-329807125E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9C8458-738C-64B3-599B-B7DD66117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B5360-B84C-4BBD-9312-60A0E9976EC2}" type="datetimeFigureOut">
              <a:rPr lang="pl-PL" smtClean="0"/>
              <a:t>8.05.2026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5C587-46B7-220F-76A4-0CBADD345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A5D25-FEA4-C51A-809E-CF74C5024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9B7A8C-A97B-4400-A788-4C717C1F883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79631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DB4947-B28B-746C-59A6-588085B83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80A27-6185-22FD-B65A-298237ECB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F3A824-AF71-2F7D-0EEE-4F9AB56ECA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AB5360-B84C-4BBD-9312-60A0E9976EC2}" type="datetimeFigureOut">
              <a:rPr lang="pl-PL" smtClean="0"/>
              <a:t>8.05.2026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19A8B9-21C7-9312-38F2-998E93784C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A82D7-CE3F-7C0B-78B4-395F35BB70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9B7A8C-A97B-4400-A788-4C717C1F883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08959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crosoft/power-platform-skills/tree/main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-pages/security/authentication/entra-external-id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hacktheplatform.dev/blog/powerpages-spa-fetch-data-part-3" TargetMode="External"/><Relationship Id="rId2" Type="http://schemas.openxmlformats.org/officeDocument/2006/relationships/hyperlink" Target="https://learn.microsoft.com/en-us/power-pages/configure/web-api-http-requests-handle-errors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D2840-9CBD-42A8-58B7-ACF03DC3A0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Power </a:t>
            </a:r>
            <a:r>
              <a:rPr lang="pl-PL" dirty="0" err="1"/>
              <a:t>Pages</a:t>
            </a:r>
            <a:r>
              <a:rPr lang="pl-PL" dirty="0"/>
              <a:t> Single </a:t>
            </a:r>
            <a:r>
              <a:rPr lang="pl-PL" dirty="0" err="1"/>
              <a:t>Page</a:t>
            </a:r>
            <a:r>
              <a:rPr lang="pl-PL" dirty="0"/>
              <a:t> </a:t>
            </a:r>
            <a:r>
              <a:rPr lang="pl-PL" dirty="0" err="1"/>
              <a:t>App</a:t>
            </a:r>
            <a:endParaRPr lang="pl-P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1B4478-F47E-0A61-C143-21ADFF7E70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011564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005FC-28B3-6A12-8D8E-DD393773C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Dataverse</a:t>
            </a:r>
            <a:r>
              <a:rPr lang="pl-PL" dirty="0"/>
              <a:t> </a:t>
            </a:r>
            <a:r>
              <a:rPr lang="pl-PL" dirty="0" err="1"/>
              <a:t>Tables</a:t>
            </a:r>
            <a:r>
              <a:rPr lang="pl-PL" dirty="0"/>
              <a:t>	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5528EDB-FB6C-74AA-9C03-955F68113B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836658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15329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30426-E10E-67F5-C62D-FAFE7BE64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Toolset</a:t>
            </a:r>
            <a:r>
              <a:rPr lang="pl-PL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ADF5C-720F-CF27-BD20-50B5F8116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 err="1"/>
              <a:t>Copilot</a:t>
            </a:r>
            <a:r>
              <a:rPr lang="pl-PL" dirty="0"/>
              <a:t> CLI</a:t>
            </a:r>
          </a:p>
          <a:p>
            <a:r>
              <a:rPr lang="pl-PL" dirty="0">
                <a:hlinkClick r:id="rId2"/>
              </a:rPr>
              <a:t>Power </a:t>
            </a:r>
            <a:r>
              <a:rPr lang="pl-PL" dirty="0" err="1">
                <a:hlinkClick r:id="rId2"/>
              </a:rPr>
              <a:t>Pages</a:t>
            </a:r>
            <a:r>
              <a:rPr lang="pl-PL" dirty="0">
                <a:hlinkClick r:id="rId2"/>
              </a:rPr>
              <a:t> </a:t>
            </a:r>
            <a:r>
              <a:rPr lang="pl-PL" dirty="0" err="1">
                <a:hlinkClick r:id="rId2"/>
              </a:rPr>
              <a:t>Skills</a:t>
            </a:r>
            <a:r>
              <a:rPr lang="pl-PL" dirty="0">
                <a:hlinkClick r:id="rId2"/>
              </a:rPr>
              <a:t> for </a:t>
            </a:r>
            <a:r>
              <a:rPr lang="pl-PL" dirty="0" err="1">
                <a:hlinkClick r:id="rId2"/>
              </a:rPr>
              <a:t>Copilot</a:t>
            </a:r>
            <a:r>
              <a:rPr lang="pl-PL" dirty="0">
                <a:hlinkClick r:id="rId2"/>
              </a:rPr>
              <a:t> &amp; Claude 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540874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1D6F3-4EBF-581D-9DCA-2976E1AF4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Initialize</a:t>
            </a:r>
            <a:r>
              <a:rPr lang="pl-PL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EF869-1F7A-A2C3-5680-CF526AC38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r>
              <a:rPr lang="pl-PL" sz="2000" dirty="0"/>
              <a:t>Run </a:t>
            </a:r>
            <a:r>
              <a:rPr lang="pl-PL" sz="2000" dirty="0" err="1"/>
              <a:t>command</a:t>
            </a:r>
            <a:r>
              <a:rPr lang="pl-PL" sz="2000" dirty="0"/>
              <a:t>: </a:t>
            </a:r>
            <a:r>
              <a:rPr lang="pl-PL" sz="2000" dirty="0" err="1"/>
              <a:t>npm</a:t>
            </a:r>
            <a:r>
              <a:rPr lang="pl-PL" sz="2000" dirty="0"/>
              <a:t> </a:t>
            </a:r>
            <a:r>
              <a:rPr lang="pl-PL" sz="2000" dirty="0" err="1"/>
              <a:t>create</a:t>
            </a:r>
            <a:r>
              <a:rPr lang="pl-PL" sz="2000" dirty="0"/>
              <a:t> </a:t>
            </a:r>
            <a:r>
              <a:rPr lang="pl-PL" sz="2000" dirty="0" err="1"/>
              <a:t>vite@latest</a:t>
            </a:r>
            <a:r>
              <a:rPr lang="pl-PL" sz="2000" dirty="0"/>
              <a:t> </a:t>
            </a:r>
            <a:r>
              <a:rPr lang="pl-PL" sz="2000" dirty="0" err="1"/>
              <a:t>simple-cms</a:t>
            </a:r>
            <a:r>
              <a:rPr lang="pl-PL" sz="2000" dirty="0"/>
              <a:t> -- --</a:t>
            </a:r>
            <a:r>
              <a:rPr lang="pl-PL" sz="2000" dirty="0" err="1"/>
              <a:t>template</a:t>
            </a:r>
            <a:r>
              <a:rPr lang="pl-PL" sz="2000" dirty="0"/>
              <a:t> </a:t>
            </a:r>
            <a:r>
              <a:rPr lang="pl-PL" sz="2000" dirty="0" err="1"/>
              <a:t>react-ts</a:t>
            </a:r>
            <a:endParaRPr lang="pl-PL" sz="2000" dirty="0"/>
          </a:p>
          <a:p>
            <a:r>
              <a:rPr lang="pl-PL" sz="2000" dirty="0" err="1"/>
              <a:t>Add</a:t>
            </a:r>
            <a:r>
              <a:rPr lang="pl-PL" sz="2000" dirty="0"/>
              <a:t> </a:t>
            </a:r>
            <a:r>
              <a:rPr lang="pl-PL" sz="2000" dirty="0" err="1"/>
              <a:t>Home.tsx</a:t>
            </a:r>
            <a:r>
              <a:rPr lang="pl-PL" sz="2000" dirty="0"/>
              <a:t> and </a:t>
            </a:r>
            <a:r>
              <a:rPr lang="pl-PL" sz="2000" dirty="0" err="1"/>
              <a:t>Notifications.tsx</a:t>
            </a:r>
            <a:r>
              <a:rPr lang="pl-PL" sz="2000" dirty="0"/>
              <a:t> </a:t>
            </a:r>
            <a:r>
              <a:rPr lang="pl-PL" sz="2000" dirty="0" err="1"/>
              <a:t>pages</a:t>
            </a:r>
            <a:endParaRPr lang="pl-PL" sz="20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73AFE9F-2B73-0643-2870-7748CCAE7759}"/>
              </a:ext>
            </a:extLst>
          </p:cNvPr>
          <p:cNvSpPr txBox="1">
            <a:spLocks/>
          </p:cNvSpPr>
          <p:nvPr/>
        </p:nvSpPr>
        <p:spPr>
          <a:xfrm>
            <a:off x="838200" y="2829605"/>
            <a:ext cx="10515600" cy="832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 err="1"/>
              <a:t>Upload</a:t>
            </a:r>
            <a:r>
              <a:rPr lang="pl-PL" dirty="0"/>
              <a:t>	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9FD1A71-269B-575C-C91E-725F0C14BD83}"/>
              </a:ext>
            </a:extLst>
          </p:cNvPr>
          <p:cNvSpPr txBox="1">
            <a:spLocks/>
          </p:cNvSpPr>
          <p:nvPr/>
        </p:nvSpPr>
        <p:spPr>
          <a:xfrm>
            <a:off x="838200" y="3956729"/>
            <a:ext cx="10515600" cy="17013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2000" dirty="0" err="1"/>
              <a:t>Enable</a:t>
            </a:r>
            <a:r>
              <a:rPr lang="pl-PL" sz="2000" dirty="0"/>
              <a:t> JS </a:t>
            </a:r>
            <a:r>
              <a:rPr lang="pl-PL" sz="2000" dirty="0" err="1"/>
              <a:t>files</a:t>
            </a:r>
            <a:r>
              <a:rPr lang="pl-PL" sz="2000" dirty="0"/>
              <a:t> </a:t>
            </a:r>
            <a:r>
              <a:rPr lang="pl-PL" sz="2000" dirty="0" err="1"/>
              <a:t>upload</a:t>
            </a:r>
            <a:r>
              <a:rPr lang="pl-PL" sz="2000" dirty="0"/>
              <a:t> on Power Platform Admin (Environment-&gt;</a:t>
            </a:r>
            <a:r>
              <a:rPr lang="pl-PL" sz="2000" dirty="0" err="1"/>
              <a:t>Settings</a:t>
            </a:r>
            <a:r>
              <a:rPr lang="pl-PL" sz="2000" dirty="0"/>
              <a:t>-&gt;</a:t>
            </a:r>
            <a:r>
              <a:rPr lang="pl-PL" sz="2000" dirty="0" err="1"/>
              <a:t>Privacy</a:t>
            </a:r>
            <a:r>
              <a:rPr lang="pl-PL" sz="2000" dirty="0"/>
              <a:t> &amp; Security)</a:t>
            </a:r>
          </a:p>
          <a:p>
            <a:r>
              <a:rPr lang="pl-PL" sz="2000" dirty="0"/>
              <a:t>pac </a:t>
            </a:r>
            <a:r>
              <a:rPr lang="pl-PL" sz="2000" dirty="0" err="1"/>
              <a:t>pages</a:t>
            </a:r>
            <a:r>
              <a:rPr lang="pl-PL" sz="2000" dirty="0"/>
              <a:t> </a:t>
            </a:r>
            <a:r>
              <a:rPr lang="pl-PL" sz="2000" dirty="0" err="1"/>
              <a:t>upload-code-site</a:t>
            </a:r>
            <a:r>
              <a:rPr lang="pl-PL" sz="2000" dirty="0"/>
              <a:t> --</a:t>
            </a:r>
            <a:r>
              <a:rPr lang="pl-PL" sz="2000" dirty="0" err="1"/>
              <a:t>rootPath</a:t>
            </a:r>
            <a:r>
              <a:rPr lang="pl-PL" sz="2000" dirty="0"/>
              <a:t> . --</a:t>
            </a:r>
            <a:r>
              <a:rPr lang="pl-PL" sz="2000" dirty="0" err="1"/>
              <a:t>compiledPath</a:t>
            </a:r>
            <a:r>
              <a:rPr lang="pl-PL" sz="2000" dirty="0"/>
              <a:t> .\</a:t>
            </a:r>
            <a:r>
              <a:rPr lang="pl-PL" sz="2000" dirty="0" err="1"/>
              <a:t>dist</a:t>
            </a:r>
            <a:r>
              <a:rPr lang="pl-PL" sz="2000" dirty="0"/>
              <a:t> --</a:t>
            </a:r>
            <a:r>
              <a:rPr lang="pl-PL" sz="2000" dirty="0" err="1"/>
              <a:t>siteName</a:t>
            </a:r>
            <a:r>
              <a:rPr lang="pl-PL" sz="2000" dirty="0"/>
              <a:t> "Simple CMS„</a:t>
            </a:r>
          </a:p>
          <a:p>
            <a:r>
              <a:rPr lang="pl-PL" sz="2000" dirty="0" err="1"/>
              <a:t>Enable</a:t>
            </a:r>
            <a:r>
              <a:rPr lang="pl-PL" sz="2000" dirty="0"/>
              <a:t> Power </a:t>
            </a:r>
            <a:r>
              <a:rPr lang="pl-PL" sz="2000" dirty="0" err="1"/>
              <a:t>Page</a:t>
            </a:r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3679063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8DEDF-D710-D3FC-F927-46B913923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Microsoft </a:t>
            </a:r>
            <a:r>
              <a:rPr lang="pl-PL" dirty="0" err="1"/>
              <a:t>Entra</a:t>
            </a:r>
            <a:r>
              <a:rPr lang="pl-PL" dirty="0"/>
              <a:t> </a:t>
            </a:r>
            <a:r>
              <a:rPr lang="pl-PL" dirty="0" err="1"/>
              <a:t>External</a:t>
            </a:r>
            <a:r>
              <a:rPr lang="pl-PL" dirty="0"/>
              <a:t> ID </a:t>
            </a:r>
            <a:r>
              <a:rPr lang="pl-PL" dirty="0" err="1"/>
              <a:t>authentication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830E9-29A0-F784-9CEF-32B0F29795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8283"/>
            <a:ext cx="10515600" cy="4351338"/>
          </a:xfrm>
        </p:spPr>
        <p:txBody>
          <a:bodyPr/>
          <a:lstStyle/>
          <a:p>
            <a:r>
              <a:rPr lang="pl-PL" dirty="0">
                <a:hlinkClick r:id="rId2"/>
              </a:rPr>
              <a:t>https://learn.microsoft.com/en-us/power-pages/security/authentication/entra-external-id</a:t>
            </a:r>
            <a:endParaRPr lang="pl-PL" dirty="0"/>
          </a:p>
          <a:p>
            <a:r>
              <a:rPr lang="pl-PL" dirty="0" err="1"/>
              <a:t>Remember</a:t>
            </a:r>
            <a:r>
              <a:rPr lang="pl-PL" dirty="0"/>
              <a:t> </a:t>
            </a:r>
            <a:r>
              <a:rPr lang="pl-PL" dirty="0" err="1"/>
              <a:t>about</a:t>
            </a:r>
            <a:r>
              <a:rPr lang="pl-PL" dirty="0"/>
              <a:t> </a:t>
            </a:r>
            <a:r>
              <a:rPr lang="pl-PL" dirty="0" err="1"/>
              <a:t>restarting</a:t>
            </a:r>
            <a:r>
              <a:rPr lang="pl-PL" dirty="0"/>
              <a:t> </a:t>
            </a:r>
            <a:r>
              <a:rPr lang="pl-PL" dirty="0" err="1"/>
              <a:t>site</a:t>
            </a:r>
            <a:r>
              <a:rPr lang="pl-PL" dirty="0"/>
              <a:t> in Power Platform admin </a:t>
            </a:r>
            <a:r>
              <a:rPr lang="pl-PL" dirty="0" err="1"/>
              <a:t>center</a:t>
            </a:r>
            <a:r>
              <a:rPr lang="pl-PL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123724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65427-6948-D449-6E73-F1C5D7F42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Data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9B220-AC06-665F-ECCB-41A5C82F6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 err="1"/>
              <a:t>Add</a:t>
            </a:r>
            <a:r>
              <a:rPr lang="pl-PL" dirty="0"/>
              <a:t> </a:t>
            </a:r>
            <a:r>
              <a:rPr lang="pl-PL" dirty="0" err="1"/>
              <a:t>following</a:t>
            </a:r>
            <a:r>
              <a:rPr lang="pl-PL" dirty="0"/>
              <a:t> </a:t>
            </a:r>
            <a:r>
              <a:rPr lang="pl-PL" dirty="0" err="1"/>
              <a:t>site</a:t>
            </a:r>
            <a:r>
              <a:rPr lang="pl-PL" dirty="0"/>
              <a:t> </a:t>
            </a:r>
            <a:r>
              <a:rPr lang="pl-PL" dirty="0" err="1"/>
              <a:t>settings</a:t>
            </a:r>
            <a:r>
              <a:rPr lang="pl-PL" dirty="0"/>
              <a:t>: </a:t>
            </a:r>
          </a:p>
          <a:p>
            <a:pPr lvl="1"/>
            <a:r>
              <a:rPr lang="pl-PL" dirty="0" err="1"/>
              <a:t>Webapi</a:t>
            </a:r>
            <a:r>
              <a:rPr lang="pl-PL" dirty="0"/>
              <a:t>/</a:t>
            </a:r>
            <a:r>
              <a:rPr lang="pl-PL" dirty="0" err="1"/>
              <a:t>pg_information</a:t>
            </a:r>
            <a:r>
              <a:rPr lang="pl-PL" dirty="0"/>
              <a:t>/</a:t>
            </a:r>
            <a:r>
              <a:rPr lang="pl-PL" dirty="0" err="1"/>
              <a:t>enabled</a:t>
            </a:r>
            <a:r>
              <a:rPr lang="pl-PL" dirty="0"/>
              <a:t> = </a:t>
            </a:r>
            <a:r>
              <a:rPr lang="pl-PL" dirty="0" err="1"/>
              <a:t>true</a:t>
            </a:r>
            <a:endParaRPr lang="pl-PL" dirty="0"/>
          </a:p>
          <a:p>
            <a:pPr lvl="1"/>
            <a:r>
              <a:rPr lang="pl-PL" dirty="0" err="1"/>
              <a:t>Webapi</a:t>
            </a:r>
            <a:r>
              <a:rPr lang="pl-PL" dirty="0"/>
              <a:t>/</a:t>
            </a:r>
            <a:r>
              <a:rPr lang="pl-PL" dirty="0" err="1"/>
              <a:t>pg_information</a:t>
            </a:r>
            <a:r>
              <a:rPr lang="pl-PL" dirty="0"/>
              <a:t>/</a:t>
            </a:r>
            <a:r>
              <a:rPr lang="pl-PL" dirty="0" err="1"/>
              <a:t>fields</a:t>
            </a:r>
            <a:r>
              <a:rPr lang="pl-PL" dirty="0"/>
              <a:t> = *</a:t>
            </a:r>
          </a:p>
          <a:p>
            <a:r>
              <a:rPr lang="pl-PL" dirty="0" err="1"/>
              <a:t>Remember</a:t>
            </a:r>
            <a:r>
              <a:rPr lang="pl-PL" dirty="0"/>
              <a:t> </a:t>
            </a:r>
            <a:r>
              <a:rPr lang="pl-PL" dirty="0" err="1"/>
              <a:t>about</a:t>
            </a:r>
            <a:r>
              <a:rPr lang="pl-PL" dirty="0"/>
              <a:t> </a:t>
            </a:r>
            <a:r>
              <a:rPr lang="pl-PL" dirty="0" err="1"/>
              <a:t>adding</a:t>
            </a:r>
            <a:r>
              <a:rPr lang="pl-PL" dirty="0"/>
              <a:t> </a:t>
            </a:r>
            <a:r>
              <a:rPr lang="pl-PL" dirty="0" err="1"/>
              <a:t>valid</a:t>
            </a:r>
            <a:r>
              <a:rPr lang="pl-PL" dirty="0"/>
              <a:t> </a:t>
            </a:r>
            <a:r>
              <a:rPr lang="pl-PL" dirty="0" err="1"/>
              <a:t>Tables</a:t>
            </a:r>
            <a:r>
              <a:rPr lang="pl-PL" dirty="0"/>
              <a:t> </a:t>
            </a:r>
            <a:r>
              <a:rPr lang="pl-PL" dirty="0" err="1"/>
              <a:t>Permissions</a:t>
            </a:r>
            <a:r>
              <a:rPr lang="pl-PL" dirty="0"/>
              <a:t>!</a:t>
            </a:r>
          </a:p>
          <a:p>
            <a:pPr lvl="1"/>
            <a:endParaRPr lang="pl-PL" dirty="0"/>
          </a:p>
          <a:p>
            <a:r>
              <a:rPr lang="pl-PL" dirty="0" err="1"/>
              <a:t>Example</a:t>
            </a:r>
            <a:r>
              <a:rPr lang="pl-PL" dirty="0"/>
              <a:t> of API URL:</a:t>
            </a:r>
          </a:p>
          <a:p>
            <a:pPr lvl="1"/>
            <a:r>
              <a:rPr lang="pl-PL" dirty="0"/>
              <a:t>https://pg-source-cms.powerappsportals.com/_api/pg_information</a:t>
            </a:r>
            <a:r>
              <a:rPr lang="pl-PL" b="1" dirty="0"/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4097897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0CB1B-18D2-FDA2-41F4-C13780081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Compose</a:t>
            </a:r>
            <a:r>
              <a:rPr lang="pl-PL" dirty="0"/>
              <a:t> HTTP </a:t>
            </a:r>
            <a:r>
              <a:rPr lang="pl-PL" dirty="0" err="1"/>
              <a:t>Request</a:t>
            </a:r>
            <a:r>
              <a:rPr lang="pl-PL" dirty="0"/>
              <a:t> and handle </a:t>
            </a:r>
            <a:r>
              <a:rPr lang="en-US" dirty="0"/>
              <a:t>CSRF (Cross-Site Request Forgery) token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92A2D-6D68-89D1-4588-3353F8C21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Microsoft </a:t>
            </a:r>
            <a:r>
              <a:rPr lang="pl-PL" dirty="0" err="1"/>
              <a:t>documentation</a:t>
            </a:r>
            <a:r>
              <a:rPr lang="pl-PL" dirty="0"/>
              <a:t> (</a:t>
            </a:r>
            <a:r>
              <a:rPr lang="pl-PL" dirty="0" err="1"/>
              <a:t>JQuery</a:t>
            </a:r>
            <a:r>
              <a:rPr lang="pl-PL" dirty="0"/>
              <a:t>-style): </a:t>
            </a:r>
            <a:r>
              <a:rPr lang="pl-PL" dirty="0">
                <a:hlinkClick r:id="rId2"/>
              </a:rPr>
              <a:t>https://learn.microsoft.com/en-us/power-pages/configure/web-api-http-requests-handle-errors</a:t>
            </a:r>
            <a:r>
              <a:rPr lang="pl-PL" dirty="0"/>
              <a:t> </a:t>
            </a:r>
          </a:p>
          <a:p>
            <a:r>
              <a:rPr lang="pl-PL" dirty="0" err="1"/>
              <a:t>Example</a:t>
            </a:r>
            <a:r>
              <a:rPr lang="pl-PL" dirty="0"/>
              <a:t> of AJAX </a:t>
            </a:r>
            <a:r>
              <a:rPr lang="pl-PL" dirty="0" err="1"/>
              <a:t>helper</a:t>
            </a:r>
            <a:r>
              <a:rPr lang="pl-PL" dirty="0"/>
              <a:t>: </a:t>
            </a:r>
            <a:r>
              <a:rPr lang="pl-PL" dirty="0">
                <a:hlinkClick r:id="rId3"/>
              </a:rPr>
              <a:t>https://hacktheplatform.dev/blog/powerpages-spa-fetch-data-part-3</a:t>
            </a:r>
            <a:r>
              <a:rPr lang="pl-PL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2399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C9D3D-0D4A-2430-B221-41160507B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Make</a:t>
            </a:r>
            <a:r>
              <a:rPr lang="pl-PL" dirty="0"/>
              <a:t> AI </a:t>
            </a:r>
            <a:r>
              <a:rPr lang="pl-PL" dirty="0" err="1"/>
              <a:t>work</a:t>
            </a:r>
            <a:r>
              <a:rPr lang="pl-PL" dirty="0"/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49376-5D79-D45D-ACF2-CEE04DEF3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are front-end developer working on Power Pages SPA portal implemented with React Framework.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1. Create </a:t>
            </a:r>
            <a:r>
              <a:rPr lang="en-US" dirty="0" err="1"/>
              <a:t>InformationFeed</a:t>
            </a:r>
            <a:r>
              <a:rPr lang="en-US" dirty="0"/>
              <a:t> control using existing #file:InformationFeed.tsx  &amp; #file:InformationFeed.css  file. Control should present list of information retrieved from API and sorted by </a:t>
            </a:r>
            <a:r>
              <a:rPr lang="en-US" dirty="0" err="1"/>
              <a:t>CreatedOn</a:t>
            </a:r>
            <a:r>
              <a:rPr lang="en-US" dirty="0"/>
              <a:t> value. </a:t>
            </a:r>
          </a:p>
          <a:p>
            <a:pPr marL="0" indent="0">
              <a:buNone/>
            </a:pPr>
            <a:r>
              <a:rPr lang="en-US" dirty="0"/>
              <a:t>Every single information should have the following fields: Title (text), Content (HTML generated by </a:t>
            </a:r>
            <a:r>
              <a:rPr lang="en-US" dirty="0" err="1"/>
              <a:t>RichText</a:t>
            </a:r>
            <a:r>
              <a:rPr lang="en-US" dirty="0"/>
              <a:t> control), </a:t>
            </a:r>
            <a:r>
              <a:rPr lang="en-US" dirty="0" err="1"/>
              <a:t>CreatedOn</a:t>
            </a:r>
            <a:r>
              <a:rPr lang="en-US" dirty="0"/>
              <a:t> (date and time). Styling should be similar to other components in the application.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2. Data retrieval should take place inside </a:t>
            </a:r>
            <a:r>
              <a:rPr lang="en-US" dirty="0" err="1"/>
              <a:t>Home.tsx</a:t>
            </a:r>
            <a:r>
              <a:rPr lang="en-US" dirty="0"/>
              <a:t> file from _</a:t>
            </a:r>
            <a:r>
              <a:rPr lang="en-US" dirty="0" err="1"/>
              <a:t>api</a:t>
            </a:r>
            <a:r>
              <a:rPr lang="en-US" dirty="0"/>
              <a:t>/</a:t>
            </a:r>
            <a:r>
              <a:rPr lang="en-US" dirty="0" err="1"/>
              <a:t>pg_informations</a:t>
            </a:r>
            <a:r>
              <a:rPr lang="en-US" dirty="0"/>
              <a:t> Power Pages endpoint and with </a:t>
            </a:r>
            <a:r>
              <a:rPr lang="en-US" dirty="0" err="1"/>
              <a:t>safeFetch</a:t>
            </a:r>
            <a:r>
              <a:rPr lang="en-US" dirty="0"/>
              <a:t> from #file:webapi.ts  library. </a:t>
            </a:r>
            <a:r>
              <a:rPr lang="en-US" dirty="0" err="1"/>
              <a:t>InfromationFeed</a:t>
            </a:r>
            <a:r>
              <a:rPr lang="en-US" dirty="0"/>
              <a:t> control should be put inside this page and feed with list of information records retrieved from mentioned endpoint.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Do not add any additional files by </a:t>
            </a:r>
            <a:r>
              <a:rPr lang="en-US" dirty="0" err="1"/>
              <a:t>youself</a:t>
            </a:r>
            <a:r>
              <a:rPr lang="en-US" dirty="0"/>
              <a:t>. Ask in case you would like to do it. Also do not make any git commits without asking about permission. </a:t>
            </a:r>
          </a:p>
        </p:txBody>
      </p:sp>
    </p:spTree>
    <p:extLst>
      <p:ext uri="{BB962C8B-B14F-4D97-AF65-F5344CB8AC3E}">
        <p14:creationId xmlns:p14="http://schemas.microsoft.com/office/powerpoint/2010/main" val="2122902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A9414-2ABF-484E-3341-4A08DEC56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Execute</a:t>
            </a:r>
            <a:r>
              <a:rPr lang="pl-PL" dirty="0"/>
              <a:t> Server </a:t>
            </a:r>
            <a:r>
              <a:rPr lang="pl-PL" dirty="0" err="1"/>
              <a:t>Side</a:t>
            </a:r>
            <a:r>
              <a:rPr lang="pl-PL" dirty="0"/>
              <a:t> </a:t>
            </a:r>
            <a:r>
              <a:rPr lang="pl-PL" dirty="0" err="1"/>
              <a:t>Logic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C5003D-2626-4D71-3FBB-F4BD1FABF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17220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</TotalTime>
  <Words>445</Words>
  <Application>Microsoft Office PowerPoint</Application>
  <PresentationFormat>Widescreen</PresentationFormat>
  <Paragraphs>48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 Pages Single Page App</vt:lpstr>
      <vt:lpstr>Dataverse Tables </vt:lpstr>
      <vt:lpstr>Toolset </vt:lpstr>
      <vt:lpstr>Initialize </vt:lpstr>
      <vt:lpstr>Microsoft Entra External ID authentication</vt:lpstr>
      <vt:lpstr>Data Access</vt:lpstr>
      <vt:lpstr>Compose HTTP Request and handle CSRF (Cross-Site Request Forgery) token</vt:lpstr>
      <vt:lpstr>Make AI work!</vt:lpstr>
      <vt:lpstr>Execute Server Side Logic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Piotrek Gaszewski</dc:creator>
  <cp:lastModifiedBy>Piotr Gaszewski</cp:lastModifiedBy>
  <cp:revision>15</cp:revision>
  <dcterms:created xsi:type="dcterms:W3CDTF">2026-04-28T12:01:24Z</dcterms:created>
  <dcterms:modified xsi:type="dcterms:W3CDTF">2026-05-08T07:42:38Z</dcterms:modified>
</cp:coreProperties>
</file>