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75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A7597B-74BC-4FAC-9C67-AFD1603FB41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295D7B-85E8-4DFA-B5A9-196B0F10BE0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l-PL" sz="1600" b="1" dirty="0"/>
            <a:t>Information</a:t>
          </a:r>
        </a:p>
        <a:p>
          <a:pPr>
            <a:lnSpc>
              <a:spcPct val="100000"/>
            </a:lnSpc>
          </a:pPr>
          <a:r>
            <a:rPr lang="pl-PL" sz="1600" dirty="0"/>
            <a:t> </a:t>
          </a:r>
          <a:r>
            <a:rPr lang="pl-PL" sz="1600" dirty="0" err="1"/>
            <a:t>Used</a:t>
          </a:r>
          <a:r>
            <a:rPr lang="pl-PL" sz="1600" dirty="0"/>
            <a:t> for </a:t>
          </a:r>
          <a:r>
            <a:rPr lang="pl-PL" sz="1600" dirty="0" err="1"/>
            <a:t>populating</a:t>
          </a:r>
          <a:r>
            <a:rPr lang="pl-PL" sz="1600" dirty="0"/>
            <a:t> „News” </a:t>
          </a:r>
          <a:r>
            <a:rPr lang="pl-PL" sz="1600" dirty="0" err="1"/>
            <a:t>section</a:t>
          </a:r>
          <a:r>
            <a:rPr lang="pl-PL" sz="1600" dirty="0"/>
            <a:t> on my Power </a:t>
          </a:r>
          <a:r>
            <a:rPr lang="pl-PL" sz="1600" dirty="0" err="1"/>
            <a:t>Pages</a:t>
          </a:r>
          <a:r>
            <a:rPr lang="pl-PL" sz="1600" dirty="0"/>
            <a:t> </a:t>
          </a:r>
          <a:r>
            <a:rPr lang="pl-PL" sz="1600" dirty="0" err="1"/>
            <a:t>main</a:t>
          </a:r>
          <a:r>
            <a:rPr lang="pl-PL" sz="1600" dirty="0"/>
            <a:t> </a:t>
          </a:r>
          <a:r>
            <a:rPr lang="pl-PL" sz="1600" dirty="0" err="1"/>
            <a:t>site</a:t>
          </a:r>
          <a:endParaRPr lang="en-US" sz="1600" dirty="0"/>
        </a:p>
      </dgm:t>
    </dgm:pt>
    <dgm:pt modelId="{A9B01D3D-48AB-436D-B87B-0A6D09CFCF73}" type="parTrans" cxnId="{5C2F37A4-671C-4D6F-8E14-8494159CDEF0}">
      <dgm:prSet/>
      <dgm:spPr/>
      <dgm:t>
        <a:bodyPr/>
        <a:lstStyle/>
        <a:p>
          <a:endParaRPr lang="en-US"/>
        </a:p>
      </dgm:t>
    </dgm:pt>
    <dgm:pt modelId="{CBFEE4AD-98C6-405F-A32A-8BB1B9FDF4B2}" type="sibTrans" cxnId="{5C2F37A4-671C-4D6F-8E14-8494159CDEF0}">
      <dgm:prSet/>
      <dgm:spPr/>
      <dgm:t>
        <a:bodyPr/>
        <a:lstStyle/>
        <a:p>
          <a:endParaRPr lang="en-US"/>
        </a:p>
      </dgm:t>
    </dgm:pt>
    <dgm:pt modelId="{FE190E4B-22DA-4D97-B739-A6A14D86253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pl-PL" sz="1600" b="1" dirty="0"/>
            <a:t>Notification </a:t>
          </a:r>
        </a:p>
        <a:p>
          <a:pPr>
            <a:lnSpc>
              <a:spcPct val="100000"/>
            </a:lnSpc>
          </a:pPr>
          <a:r>
            <a:rPr lang="pl-PL" sz="1600" dirty="0" err="1"/>
            <a:t>Short</a:t>
          </a:r>
          <a:r>
            <a:rPr lang="pl-PL" sz="1600" dirty="0"/>
            <a:t> </a:t>
          </a:r>
          <a:r>
            <a:rPr lang="pl-PL" sz="1600" dirty="0" err="1"/>
            <a:t>information</a:t>
          </a:r>
          <a:r>
            <a:rPr lang="pl-PL" sz="1600" dirty="0"/>
            <a:t> for the Power </a:t>
          </a:r>
          <a:r>
            <a:rPr lang="pl-PL" sz="1600" dirty="0" err="1"/>
            <a:t>Pages</a:t>
          </a:r>
          <a:r>
            <a:rPr lang="pl-PL" sz="1600" dirty="0"/>
            <a:t> portal </a:t>
          </a:r>
          <a:r>
            <a:rPr lang="pl-PL" sz="1600" dirty="0" err="1"/>
            <a:t>users</a:t>
          </a:r>
          <a:r>
            <a:rPr lang="pl-PL" sz="1600" dirty="0"/>
            <a:t> (</a:t>
          </a:r>
          <a:r>
            <a:rPr lang="pl-PL" sz="1600" dirty="0" err="1"/>
            <a:t>related</a:t>
          </a:r>
          <a:r>
            <a:rPr lang="pl-PL" sz="1600" dirty="0"/>
            <a:t> with </a:t>
          </a:r>
          <a:r>
            <a:rPr lang="pl-PL" sz="1600" dirty="0" err="1"/>
            <a:t>Contact</a:t>
          </a:r>
          <a:r>
            <a:rPr lang="pl-PL" sz="1600" dirty="0"/>
            <a:t> </a:t>
          </a:r>
          <a:r>
            <a:rPr lang="pl-PL" sz="1600" dirty="0" err="1"/>
            <a:t>table</a:t>
          </a:r>
          <a:r>
            <a:rPr lang="pl-PL" sz="1600" dirty="0"/>
            <a:t> in </a:t>
          </a:r>
          <a:r>
            <a:rPr lang="pl-PL" sz="1600" dirty="0" err="1"/>
            <a:t>Dataverse</a:t>
          </a:r>
          <a:r>
            <a:rPr lang="pl-PL" sz="1600" dirty="0"/>
            <a:t>)</a:t>
          </a:r>
          <a:endParaRPr lang="en-US" sz="1600" dirty="0"/>
        </a:p>
      </dgm:t>
    </dgm:pt>
    <dgm:pt modelId="{7310D48D-C3F8-4F2E-89FF-4F05633CA3F3}" type="parTrans" cxnId="{FC480529-FC0E-4E22-A6DB-B61BE9D61194}">
      <dgm:prSet/>
      <dgm:spPr/>
      <dgm:t>
        <a:bodyPr/>
        <a:lstStyle/>
        <a:p>
          <a:endParaRPr lang="en-US"/>
        </a:p>
      </dgm:t>
    </dgm:pt>
    <dgm:pt modelId="{C2D196E4-B121-4180-B668-FACDE69F3C9A}" type="sibTrans" cxnId="{FC480529-FC0E-4E22-A6DB-B61BE9D61194}">
      <dgm:prSet/>
      <dgm:spPr/>
      <dgm:t>
        <a:bodyPr/>
        <a:lstStyle/>
        <a:p>
          <a:endParaRPr lang="en-US"/>
        </a:p>
      </dgm:t>
    </dgm:pt>
    <dgm:pt modelId="{2B9322FE-4A58-4418-8EE6-14B35A489120}" type="pres">
      <dgm:prSet presAssocID="{A3A7597B-74BC-4FAC-9C67-AFD1603FB41F}" presName="root" presStyleCnt="0">
        <dgm:presLayoutVars>
          <dgm:dir/>
          <dgm:resizeHandles val="exact"/>
        </dgm:presLayoutVars>
      </dgm:prSet>
      <dgm:spPr/>
    </dgm:pt>
    <dgm:pt modelId="{10AB9342-A88F-4208-9777-77672A2FD12C}" type="pres">
      <dgm:prSet presAssocID="{78295D7B-85E8-4DFA-B5A9-196B0F10BE0E}" presName="compNode" presStyleCnt="0"/>
      <dgm:spPr/>
    </dgm:pt>
    <dgm:pt modelId="{E5B0CD6B-78D6-46AE-9439-66A4818F5BD1}" type="pres">
      <dgm:prSet presAssocID="{78295D7B-85E8-4DFA-B5A9-196B0F10BE0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266801E5-2D23-4789-A6A4-70278F935ACD}" type="pres">
      <dgm:prSet presAssocID="{78295D7B-85E8-4DFA-B5A9-196B0F10BE0E}" presName="spaceRect" presStyleCnt="0"/>
      <dgm:spPr/>
    </dgm:pt>
    <dgm:pt modelId="{93580B66-B2E2-4B44-B93E-C6D990962948}" type="pres">
      <dgm:prSet presAssocID="{78295D7B-85E8-4DFA-B5A9-196B0F10BE0E}" presName="textRect" presStyleLbl="revTx" presStyleIdx="0" presStyleCnt="2">
        <dgm:presLayoutVars>
          <dgm:chMax val="1"/>
          <dgm:chPref val="1"/>
        </dgm:presLayoutVars>
      </dgm:prSet>
      <dgm:spPr/>
    </dgm:pt>
    <dgm:pt modelId="{2CBA1CCE-4563-43E3-AB82-94F0D3D961AC}" type="pres">
      <dgm:prSet presAssocID="{CBFEE4AD-98C6-405F-A32A-8BB1B9FDF4B2}" presName="sibTrans" presStyleCnt="0"/>
      <dgm:spPr/>
    </dgm:pt>
    <dgm:pt modelId="{00200B84-B0B4-4F9A-BAF8-9838B82B5496}" type="pres">
      <dgm:prSet presAssocID="{FE190E4B-22DA-4D97-B739-A6A14D862533}" presName="compNode" presStyleCnt="0"/>
      <dgm:spPr/>
    </dgm:pt>
    <dgm:pt modelId="{0137ADBA-16DD-48CD-8C2D-F9201A1611A6}" type="pres">
      <dgm:prSet presAssocID="{FE190E4B-22DA-4D97-B739-A6A14D86253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19E7D749-11A5-4D34-BBCD-F8B3A21D033E}" type="pres">
      <dgm:prSet presAssocID="{FE190E4B-22DA-4D97-B739-A6A14D862533}" presName="spaceRect" presStyleCnt="0"/>
      <dgm:spPr/>
    </dgm:pt>
    <dgm:pt modelId="{ABD00F78-2F93-49A9-ABCD-F129EBAD91DD}" type="pres">
      <dgm:prSet presAssocID="{FE190E4B-22DA-4D97-B739-A6A14D86253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230071D-01FC-4E4D-9741-147B4AFB2D50}" type="presOf" srcId="{FE190E4B-22DA-4D97-B739-A6A14D862533}" destId="{ABD00F78-2F93-49A9-ABCD-F129EBAD91DD}" srcOrd="0" destOrd="0" presId="urn:microsoft.com/office/officeart/2018/2/layout/IconLabelList"/>
    <dgm:cxn modelId="{FC480529-FC0E-4E22-A6DB-B61BE9D61194}" srcId="{A3A7597B-74BC-4FAC-9C67-AFD1603FB41F}" destId="{FE190E4B-22DA-4D97-B739-A6A14D862533}" srcOrd="1" destOrd="0" parTransId="{7310D48D-C3F8-4F2E-89FF-4F05633CA3F3}" sibTransId="{C2D196E4-B121-4180-B668-FACDE69F3C9A}"/>
    <dgm:cxn modelId="{BB173265-D918-419B-87AE-1F2434D1CDD8}" type="presOf" srcId="{78295D7B-85E8-4DFA-B5A9-196B0F10BE0E}" destId="{93580B66-B2E2-4B44-B93E-C6D990962948}" srcOrd="0" destOrd="0" presId="urn:microsoft.com/office/officeart/2018/2/layout/IconLabelList"/>
    <dgm:cxn modelId="{5C2F37A4-671C-4D6F-8E14-8494159CDEF0}" srcId="{A3A7597B-74BC-4FAC-9C67-AFD1603FB41F}" destId="{78295D7B-85E8-4DFA-B5A9-196B0F10BE0E}" srcOrd="0" destOrd="0" parTransId="{A9B01D3D-48AB-436D-B87B-0A6D09CFCF73}" sibTransId="{CBFEE4AD-98C6-405F-A32A-8BB1B9FDF4B2}"/>
    <dgm:cxn modelId="{C3DD37C1-87BC-4B88-A58E-5E6A5AE9B504}" type="presOf" srcId="{A3A7597B-74BC-4FAC-9C67-AFD1603FB41F}" destId="{2B9322FE-4A58-4418-8EE6-14B35A489120}" srcOrd="0" destOrd="0" presId="urn:microsoft.com/office/officeart/2018/2/layout/IconLabelList"/>
    <dgm:cxn modelId="{B23F95EB-2BE1-4086-BE30-82AD21E6CB43}" type="presParOf" srcId="{2B9322FE-4A58-4418-8EE6-14B35A489120}" destId="{10AB9342-A88F-4208-9777-77672A2FD12C}" srcOrd="0" destOrd="0" presId="urn:microsoft.com/office/officeart/2018/2/layout/IconLabelList"/>
    <dgm:cxn modelId="{38B4159A-CF37-40AC-88A2-E7897219B5E8}" type="presParOf" srcId="{10AB9342-A88F-4208-9777-77672A2FD12C}" destId="{E5B0CD6B-78D6-46AE-9439-66A4818F5BD1}" srcOrd="0" destOrd="0" presId="urn:microsoft.com/office/officeart/2018/2/layout/IconLabelList"/>
    <dgm:cxn modelId="{E621BF1B-FB49-4773-8CB6-CDC56B45DF46}" type="presParOf" srcId="{10AB9342-A88F-4208-9777-77672A2FD12C}" destId="{266801E5-2D23-4789-A6A4-70278F935ACD}" srcOrd="1" destOrd="0" presId="urn:microsoft.com/office/officeart/2018/2/layout/IconLabelList"/>
    <dgm:cxn modelId="{7AD6FDB0-521F-4680-B5FA-2A18D98CE3D7}" type="presParOf" srcId="{10AB9342-A88F-4208-9777-77672A2FD12C}" destId="{93580B66-B2E2-4B44-B93E-C6D990962948}" srcOrd="2" destOrd="0" presId="urn:microsoft.com/office/officeart/2018/2/layout/IconLabelList"/>
    <dgm:cxn modelId="{E398A0E3-5C3E-4721-85CF-4C949577EA42}" type="presParOf" srcId="{2B9322FE-4A58-4418-8EE6-14B35A489120}" destId="{2CBA1CCE-4563-43E3-AB82-94F0D3D961AC}" srcOrd="1" destOrd="0" presId="urn:microsoft.com/office/officeart/2018/2/layout/IconLabelList"/>
    <dgm:cxn modelId="{0D6529DD-6754-44F7-9E72-63B23136AC68}" type="presParOf" srcId="{2B9322FE-4A58-4418-8EE6-14B35A489120}" destId="{00200B84-B0B4-4F9A-BAF8-9838B82B5496}" srcOrd="2" destOrd="0" presId="urn:microsoft.com/office/officeart/2018/2/layout/IconLabelList"/>
    <dgm:cxn modelId="{17ED814A-601A-470F-BC92-84E4DAE2186A}" type="presParOf" srcId="{00200B84-B0B4-4F9A-BAF8-9838B82B5496}" destId="{0137ADBA-16DD-48CD-8C2D-F9201A1611A6}" srcOrd="0" destOrd="0" presId="urn:microsoft.com/office/officeart/2018/2/layout/IconLabelList"/>
    <dgm:cxn modelId="{4E2DAB8F-A12A-4E5A-9069-83AC2A448C6D}" type="presParOf" srcId="{00200B84-B0B4-4F9A-BAF8-9838B82B5496}" destId="{19E7D749-11A5-4D34-BBCD-F8B3A21D033E}" srcOrd="1" destOrd="0" presId="urn:microsoft.com/office/officeart/2018/2/layout/IconLabelList"/>
    <dgm:cxn modelId="{7400C97C-E87E-4CE7-B36C-29FA543F2284}" type="presParOf" srcId="{00200B84-B0B4-4F9A-BAF8-9838B82B5496}" destId="{ABD00F78-2F93-49A9-ABCD-F129EBAD91D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B0CD6B-78D6-46AE-9439-66A4818F5BD1}">
      <dsp:nvSpPr>
        <dsp:cNvPr id="0" name=""/>
        <dsp:cNvSpPr/>
      </dsp:nvSpPr>
      <dsp:spPr>
        <a:xfrm>
          <a:off x="1747800" y="542401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580B66-B2E2-4B44-B93E-C6D990962948}">
      <dsp:nvSpPr>
        <dsp:cNvPr id="0" name=""/>
        <dsp:cNvSpPr/>
      </dsp:nvSpPr>
      <dsp:spPr>
        <a:xfrm>
          <a:off x="559800" y="2976436"/>
          <a:ext cx="4320000" cy="83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b="1" kern="1200" dirty="0"/>
            <a:t>Information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dirty="0"/>
            <a:t> </a:t>
          </a:r>
          <a:r>
            <a:rPr lang="pl-PL" sz="1600" kern="1200" dirty="0" err="1"/>
            <a:t>Used</a:t>
          </a:r>
          <a:r>
            <a:rPr lang="pl-PL" sz="1600" kern="1200" dirty="0"/>
            <a:t> for </a:t>
          </a:r>
          <a:r>
            <a:rPr lang="pl-PL" sz="1600" kern="1200" dirty="0" err="1"/>
            <a:t>populating</a:t>
          </a:r>
          <a:r>
            <a:rPr lang="pl-PL" sz="1600" kern="1200" dirty="0"/>
            <a:t> „News” </a:t>
          </a:r>
          <a:r>
            <a:rPr lang="pl-PL" sz="1600" kern="1200" dirty="0" err="1"/>
            <a:t>section</a:t>
          </a:r>
          <a:r>
            <a:rPr lang="pl-PL" sz="1600" kern="1200" dirty="0"/>
            <a:t> on my Power </a:t>
          </a:r>
          <a:r>
            <a:rPr lang="pl-PL" sz="1600" kern="1200" dirty="0" err="1"/>
            <a:t>Pages</a:t>
          </a:r>
          <a:r>
            <a:rPr lang="pl-PL" sz="1600" kern="1200" dirty="0"/>
            <a:t> </a:t>
          </a:r>
          <a:r>
            <a:rPr lang="pl-PL" sz="1600" kern="1200" dirty="0" err="1"/>
            <a:t>main</a:t>
          </a:r>
          <a:r>
            <a:rPr lang="pl-PL" sz="1600" kern="1200" dirty="0"/>
            <a:t> </a:t>
          </a:r>
          <a:r>
            <a:rPr lang="pl-PL" sz="1600" kern="1200" dirty="0" err="1"/>
            <a:t>site</a:t>
          </a:r>
          <a:endParaRPr lang="en-US" sz="1600" kern="1200" dirty="0"/>
        </a:p>
      </dsp:txBody>
      <dsp:txXfrm>
        <a:off x="559800" y="2976436"/>
        <a:ext cx="4320000" cy="832500"/>
      </dsp:txXfrm>
    </dsp:sp>
    <dsp:sp modelId="{0137ADBA-16DD-48CD-8C2D-F9201A1611A6}">
      <dsp:nvSpPr>
        <dsp:cNvPr id="0" name=""/>
        <dsp:cNvSpPr/>
      </dsp:nvSpPr>
      <dsp:spPr>
        <a:xfrm>
          <a:off x="6823800" y="542401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D00F78-2F93-49A9-ABCD-F129EBAD91DD}">
      <dsp:nvSpPr>
        <dsp:cNvPr id="0" name=""/>
        <dsp:cNvSpPr/>
      </dsp:nvSpPr>
      <dsp:spPr>
        <a:xfrm>
          <a:off x="5635800" y="2976436"/>
          <a:ext cx="4320000" cy="83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b="1" kern="1200" dirty="0"/>
            <a:t>Notification 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dirty="0" err="1"/>
            <a:t>Short</a:t>
          </a:r>
          <a:r>
            <a:rPr lang="pl-PL" sz="1600" kern="1200" dirty="0"/>
            <a:t> </a:t>
          </a:r>
          <a:r>
            <a:rPr lang="pl-PL" sz="1600" kern="1200" dirty="0" err="1"/>
            <a:t>information</a:t>
          </a:r>
          <a:r>
            <a:rPr lang="pl-PL" sz="1600" kern="1200" dirty="0"/>
            <a:t> for the Power </a:t>
          </a:r>
          <a:r>
            <a:rPr lang="pl-PL" sz="1600" kern="1200" dirty="0" err="1"/>
            <a:t>Pages</a:t>
          </a:r>
          <a:r>
            <a:rPr lang="pl-PL" sz="1600" kern="1200" dirty="0"/>
            <a:t> portal </a:t>
          </a:r>
          <a:r>
            <a:rPr lang="pl-PL" sz="1600" kern="1200" dirty="0" err="1"/>
            <a:t>users</a:t>
          </a:r>
          <a:r>
            <a:rPr lang="pl-PL" sz="1600" kern="1200" dirty="0"/>
            <a:t> (</a:t>
          </a:r>
          <a:r>
            <a:rPr lang="pl-PL" sz="1600" kern="1200" dirty="0" err="1"/>
            <a:t>related</a:t>
          </a:r>
          <a:r>
            <a:rPr lang="pl-PL" sz="1600" kern="1200" dirty="0"/>
            <a:t> with </a:t>
          </a:r>
          <a:r>
            <a:rPr lang="pl-PL" sz="1600" kern="1200" dirty="0" err="1"/>
            <a:t>Contact</a:t>
          </a:r>
          <a:r>
            <a:rPr lang="pl-PL" sz="1600" kern="1200" dirty="0"/>
            <a:t> </a:t>
          </a:r>
          <a:r>
            <a:rPr lang="pl-PL" sz="1600" kern="1200" dirty="0" err="1"/>
            <a:t>table</a:t>
          </a:r>
          <a:r>
            <a:rPr lang="pl-PL" sz="1600" kern="1200" dirty="0"/>
            <a:t> in </a:t>
          </a:r>
          <a:r>
            <a:rPr lang="pl-PL" sz="1600" kern="1200" dirty="0" err="1"/>
            <a:t>Dataverse</a:t>
          </a:r>
          <a:r>
            <a:rPr lang="pl-PL" sz="1600" kern="1200" dirty="0"/>
            <a:t>)</a:t>
          </a:r>
          <a:endParaRPr lang="en-US" sz="1600" kern="1200" dirty="0"/>
        </a:p>
      </dsp:txBody>
      <dsp:txXfrm>
        <a:off x="5635800" y="2976436"/>
        <a:ext cx="4320000" cy="83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5902D-E5FF-E49A-ABAA-91859E88C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A498C-6783-920E-B548-7B8E0BB898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B6291-98A4-0E6D-AD96-026C2A8F2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B5360-B84C-4BBD-9312-60A0E9976EC2}" type="datetimeFigureOut">
              <a:rPr lang="pl-PL" smtClean="0"/>
              <a:t>4.05.2026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CF99B-8C50-BE13-C203-437BAA4F3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0F3E2-9311-1DEA-695A-A21FEDD4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B7A8C-A97B-4400-A788-4C717C1F883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28020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6E42A-6825-0E04-BEFF-6B494EB87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B7D4A-94A7-0711-563B-4F01334B2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67670-85D2-F085-AC25-7464C5FFD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B5360-B84C-4BBD-9312-60A0E9976EC2}" type="datetimeFigureOut">
              <a:rPr lang="pl-PL" smtClean="0"/>
              <a:t>4.05.2026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7FFB9-37AA-1004-D33C-B7A1D0ED6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6F0B9-2CAC-0F58-BCAE-51D69783B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B7A8C-A97B-4400-A788-4C717C1F883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7577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7953F-5BDE-056E-5010-59C77532B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663C0-65B0-DF6F-0582-AA76DE77E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074B2-7394-AA8B-5140-8379BAD33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B5360-B84C-4BBD-9312-60A0E9976EC2}" type="datetimeFigureOut">
              <a:rPr lang="pl-PL" smtClean="0"/>
              <a:t>4.05.2026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57748-CF41-4472-0314-FA8DE1E01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17162-DEE8-316A-07EC-536EC31FF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B7A8C-A97B-4400-A788-4C717C1F883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82199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85C0B-096E-8EFB-0866-62F8B1B83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CA5D7-74DA-641D-8C26-894BECF8D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A1FEEB-5D30-CFFD-8A59-B032874D9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085B4-71D8-1910-18DB-B8EE09B46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B5360-B84C-4BBD-9312-60A0E9976EC2}" type="datetimeFigureOut">
              <a:rPr lang="pl-PL" smtClean="0"/>
              <a:t>4.05.2026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34530-BB48-9FC6-EC07-4929BF73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A9E8B-7952-1DAD-C4BA-05A5F732C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B7A8C-A97B-4400-A788-4C717C1F883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77181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32A5D-7FBD-28B6-7A47-11E65EB16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7009A-2B0D-DCD7-26FF-0E550C056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6D48F0-52D7-5FF0-3FDD-171D905D2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60870E-27EF-DCC8-4678-245FFEF45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173258-15A9-1514-A3B6-7A384AF2C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02A499-9AB3-0455-C7FA-F4F645961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B5360-B84C-4BBD-9312-60A0E9976EC2}" type="datetimeFigureOut">
              <a:rPr lang="pl-PL" smtClean="0"/>
              <a:t>4.05.2026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C497AE-C0D2-9B53-A603-BE5E52AFC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9407EE-1E32-C3BB-6538-63100E1FA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B7A8C-A97B-4400-A788-4C717C1F883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3874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FB23F-5E34-A915-D659-FB9881905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353A26-D83E-2F3D-C7B3-4084C936F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B5360-B84C-4BBD-9312-60A0E9976EC2}" type="datetimeFigureOut">
              <a:rPr lang="pl-PL" smtClean="0"/>
              <a:t>4.05.2026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DDCE72-61FE-EDB1-AED7-B8D8A8F70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11013C-18BE-B324-C7B9-16E4DFC93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B7A8C-A97B-4400-A788-4C717C1F883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69580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7D4D63-5F75-85F3-CC85-D0C7F1336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B5360-B84C-4BBD-9312-60A0E9976EC2}" type="datetimeFigureOut">
              <a:rPr lang="pl-PL" smtClean="0"/>
              <a:t>4.05.2026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42604C-999D-E2E7-BB94-97A637754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10579-90A4-59CF-6C10-1E037A352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B7A8C-A97B-4400-A788-4C717C1F883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90759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05AB3-6FCD-A41D-1B59-FF436C76E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51948-199E-A164-1092-C83D96793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16BAC-EC7B-9933-3CE9-B0ECBF262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35D42-7AEB-792D-9299-C5D2A07DD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B5360-B84C-4BBD-9312-60A0E9976EC2}" type="datetimeFigureOut">
              <a:rPr lang="pl-PL" smtClean="0"/>
              <a:t>4.05.2026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2ED28-007F-DF73-5051-D0527DE8B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06608-5335-CA14-C9FE-4CAE4F84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B7A8C-A97B-4400-A788-4C717C1F883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53996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C3E6C-BFFF-A063-39EF-05EDA773D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87FC11-8FE9-9AF6-7054-8C11129BA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C7CB26-C8CF-8EB5-B44C-FA4FE24E2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F9716-D8F9-2A8E-2DA9-896151F2A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B5360-B84C-4BBD-9312-60A0E9976EC2}" type="datetimeFigureOut">
              <a:rPr lang="pl-PL" smtClean="0"/>
              <a:t>4.05.2026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26BCE-EB52-F083-29F7-84FCACAE7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A9253-DCB3-7106-16C7-6FA44BEC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B7A8C-A97B-4400-A788-4C717C1F883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17148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62CF2-542C-DCD8-364C-19BD2E41B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FA5F9-BC22-844C-CCF8-763CDAD21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29CF4-F6C7-BC61-1D58-9F07E04DD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B5360-B84C-4BBD-9312-60A0E9976EC2}" type="datetimeFigureOut">
              <a:rPr lang="pl-PL" smtClean="0"/>
              <a:t>4.05.2026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43A28-64F1-F759-0BF9-A4FA2FA8F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CD432-65F2-CD6F-3B97-DF900DCB7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B7A8C-A97B-4400-A788-4C717C1F883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45397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09F6A7-619C-43FD-FB2E-5D3F708B37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4D6E77-0A10-4016-6717-329807125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C8458-738C-64B3-599B-B7DD66117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B5360-B84C-4BBD-9312-60A0E9976EC2}" type="datetimeFigureOut">
              <a:rPr lang="pl-PL" smtClean="0"/>
              <a:t>4.05.2026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5C587-46B7-220F-76A4-0CBADD345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A5D25-FEA4-C51A-809E-CF74C5024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B7A8C-A97B-4400-A788-4C717C1F883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9631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DB4947-B28B-746C-59A6-588085B8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80A27-6185-22FD-B65A-298237ECB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3A824-AF71-2F7D-0EEE-4F9AB56ECA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AB5360-B84C-4BBD-9312-60A0E9976EC2}" type="datetimeFigureOut">
              <a:rPr lang="pl-PL" smtClean="0"/>
              <a:t>4.05.2026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9A8B9-21C7-9312-38F2-998E93784C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A82D7-CE3F-7C0B-78B4-395F35BB70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9B7A8C-A97B-4400-A788-4C717C1F883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08959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crosoft/power-platform-skills/tree/mai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2840-9CBD-42A8-58B7-ACF03DC3A0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Power </a:t>
            </a:r>
            <a:r>
              <a:rPr lang="pl-PL" dirty="0" err="1"/>
              <a:t>Pages</a:t>
            </a:r>
            <a:r>
              <a:rPr lang="pl-PL" dirty="0"/>
              <a:t> Single </a:t>
            </a:r>
            <a:r>
              <a:rPr lang="pl-PL" dirty="0" err="1"/>
              <a:t>Page</a:t>
            </a:r>
            <a:r>
              <a:rPr lang="pl-PL" dirty="0"/>
              <a:t> </a:t>
            </a:r>
            <a:r>
              <a:rPr lang="pl-PL" dirty="0" err="1"/>
              <a:t>App</a:t>
            </a:r>
            <a:endParaRPr lang="pl-P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1B4478-F47E-0A61-C143-21ADFF7E70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11564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005FC-28B3-6A12-8D8E-DD393773C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Dataverse</a:t>
            </a:r>
            <a:r>
              <a:rPr lang="pl-PL" dirty="0"/>
              <a:t> </a:t>
            </a:r>
            <a:r>
              <a:rPr lang="pl-PL" dirty="0" err="1"/>
              <a:t>Tables</a:t>
            </a:r>
            <a:r>
              <a:rPr lang="pl-PL" dirty="0"/>
              <a:t>	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528EDB-FB6C-74AA-9C03-955F68113B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836658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5329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30426-E10E-67F5-C62D-FAFE7BE64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Toolset</a:t>
            </a:r>
            <a:r>
              <a:rPr lang="pl-PL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ADF5C-720F-CF27-BD20-50B5F8116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err="1"/>
              <a:t>Copilot</a:t>
            </a:r>
            <a:r>
              <a:rPr lang="pl-PL" dirty="0"/>
              <a:t> CLI</a:t>
            </a:r>
          </a:p>
          <a:p>
            <a:r>
              <a:rPr lang="pl-PL" dirty="0">
                <a:hlinkClick r:id="rId2"/>
              </a:rPr>
              <a:t>Power </a:t>
            </a:r>
            <a:r>
              <a:rPr lang="pl-PL" dirty="0" err="1">
                <a:hlinkClick r:id="rId2"/>
              </a:rPr>
              <a:t>Pages</a:t>
            </a:r>
            <a:r>
              <a:rPr lang="pl-PL" dirty="0">
                <a:hlinkClick r:id="rId2"/>
              </a:rPr>
              <a:t> </a:t>
            </a:r>
            <a:r>
              <a:rPr lang="pl-PL" dirty="0" err="1">
                <a:hlinkClick r:id="rId2"/>
              </a:rPr>
              <a:t>Skills</a:t>
            </a:r>
            <a:r>
              <a:rPr lang="pl-PL" dirty="0">
                <a:hlinkClick r:id="rId2"/>
              </a:rPr>
              <a:t> for </a:t>
            </a:r>
            <a:r>
              <a:rPr lang="pl-PL" dirty="0" err="1">
                <a:hlinkClick r:id="rId2"/>
              </a:rPr>
              <a:t>Copilot</a:t>
            </a:r>
            <a:r>
              <a:rPr lang="pl-PL" dirty="0">
                <a:hlinkClick r:id="rId2"/>
              </a:rPr>
              <a:t> &amp; Claude 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40874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1D6F3-4EBF-581D-9DCA-2976E1AF4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Initialize</a:t>
            </a:r>
            <a:r>
              <a:rPr lang="pl-PL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EF869-1F7A-A2C3-5680-CF526AC38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01346"/>
          </a:xfrm>
        </p:spPr>
        <p:txBody>
          <a:bodyPr>
            <a:normAutofit/>
          </a:bodyPr>
          <a:lstStyle/>
          <a:p>
            <a:r>
              <a:rPr lang="pl-PL" sz="2000" dirty="0"/>
              <a:t>Run </a:t>
            </a:r>
            <a:r>
              <a:rPr lang="pl-PL" sz="2000" dirty="0" err="1"/>
              <a:t>command</a:t>
            </a:r>
            <a:r>
              <a:rPr lang="pl-PL" sz="2000" dirty="0"/>
              <a:t>: </a:t>
            </a:r>
            <a:r>
              <a:rPr lang="pl-PL" sz="2000" dirty="0" err="1"/>
              <a:t>npm</a:t>
            </a:r>
            <a:r>
              <a:rPr lang="pl-PL" sz="2000" dirty="0"/>
              <a:t> </a:t>
            </a:r>
            <a:r>
              <a:rPr lang="pl-PL" sz="2000" dirty="0" err="1"/>
              <a:t>create</a:t>
            </a:r>
            <a:r>
              <a:rPr lang="pl-PL" sz="2000" dirty="0"/>
              <a:t> </a:t>
            </a:r>
            <a:r>
              <a:rPr lang="pl-PL" sz="2000" dirty="0" err="1"/>
              <a:t>vite@latest</a:t>
            </a:r>
            <a:r>
              <a:rPr lang="pl-PL" sz="2000" dirty="0"/>
              <a:t> </a:t>
            </a:r>
            <a:r>
              <a:rPr lang="pl-PL" sz="2000" dirty="0" err="1"/>
              <a:t>simple-cms</a:t>
            </a:r>
            <a:r>
              <a:rPr lang="pl-PL" sz="2000" dirty="0"/>
              <a:t> -- --</a:t>
            </a:r>
            <a:r>
              <a:rPr lang="pl-PL" sz="2000" dirty="0" err="1"/>
              <a:t>template</a:t>
            </a:r>
            <a:r>
              <a:rPr lang="pl-PL" sz="2000" dirty="0"/>
              <a:t> </a:t>
            </a:r>
            <a:r>
              <a:rPr lang="pl-PL" sz="2000" dirty="0" err="1"/>
              <a:t>react-ts</a:t>
            </a:r>
            <a:endParaRPr lang="pl-PL" sz="2000" dirty="0"/>
          </a:p>
          <a:p>
            <a:r>
              <a:rPr lang="pl-PL" sz="2000" dirty="0" err="1"/>
              <a:t>Add</a:t>
            </a:r>
            <a:r>
              <a:rPr lang="pl-PL" sz="2000" dirty="0"/>
              <a:t> </a:t>
            </a:r>
            <a:r>
              <a:rPr lang="pl-PL" sz="2000" dirty="0" err="1"/>
              <a:t>Home.tsx</a:t>
            </a:r>
            <a:r>
              <a:rPr lang="pl-PL" sz="2000" dirty="0"/>
              <a:t> and </a:t>
            </a:r>
            <a:r>
              <a:rPr lang="pl-PL" sz="2000" dirty="0" err="1"/>
              <a:t>Notifications.tsx</a:t>
            </a:r>
            <a:r>
              <a:rPr lang="pl-PL" sz="2000" dirty="0"/>
              <a:t> </a:t>
            </a:r>
            <a:r>
              <a:rPr lang="pl-PL" sz="2000" dirty="0" err="1"/>
              <a:t>pages</a:t>
            </a:r>
            <a:endParaRPr lang="pl-PL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3AFE9F-2B73-0643-2870-7748CCAE7759}"/>
              </a:ext>
            </a:extLst>
          </p:cNvPr>
          <p:cNvSpPr txBox="1">
            <a:spLocks/>
          </p:cNvSpPr>
          <p:nvPr/>
        </p:nvSpPr>
        <p:spPr>
          <a:xfrm>
            <a:off x="838200" y="2829605"/>
            <a:ext cx="10515600" cy="832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 err="1"/>
              <a:t>Upload</a:t>
            </a:r>
            <a:r>
              <a:rPr lang="pl-PL" dirty="0"/>
              <a:t>	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9FD1A71-269B-575C-C91E-725F0C14BD83}"/>
              </a:ext>
            </a:extLst>
          </p:cNvPr>
          <p:cNvSpPr txBox="1">
            <a:spLocks/>
          </p:cNvSpPr>
          <p:nvPr/>
        </p:nvSpPr>
        <p:spPr>
          <a:xfrm>
            <a:off x="838200" y="3956729"/>
            <a:ext cx="10515600" cy="1701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2000" dirty="0" err="1"/>
              <a:t>Enable</a:t>
            </a:r>
            <a:r>
              <a:rPr lang="pl-PL" sz="2000" dirty="0"/>
              <a:t> JS </a:t>
            </a:r>
            <a:r>
              <a:rPr lang="pl-PL" sz="2000" dirty="0" err="1"/>
              <a:t>files</a:t>
            </a:r>
            <a:r>
              <a:rPr lang="pl-PL" sz="2000" dirty="0"/>
              <a:t> </a:t>
            </a:r>
            <a:r>
              <a:rPr lang="pl-PL" sz="2000" dirty="0" err="1"/>
              <a:t>upload</a:t>
            </a:r>
            <a:r>
              <a:rPr lang="pl-PL" sz="2000" dirty="0"/>
              <a:t> on Power Platform Admin (Environment-&gt;</a:t>
            </a:r>
            <a:r>
              <a:rPr lang="pl-PL" sz="2000" dirty="0" err="1"/>
              <a:t>Settings</a:t>
            </a:r>
            <a:r>
              <a:rPr lang="pl-PL" sz="2000" dirty="0"/>
              <a:t>-&gt;</a:t>
            </a:r>
            <a:r>
              <a:rPr lang="pl-PL" sz="2000" dirty="0" err="1"/>
              <a:t>Privacy</a:t>
            </a:r>
            <a:r>
              <a:rPr lang="pl-PL" sz="2000" dirty="0"/>
              <a:t> &amp; Security)</a:t>
            </a:r>
          </a:p>
          <a:p>
            <a:r>
              <a:rPr lang="pl-PL" sz="2000" dirty="0"/>
              <a:t>pac </a:t>
            </a:r>
            <a:r>
              <a:rPr lang="pl-PL" sz="2000" dirty="0" err="1"/>
              <a:t>pages</a:t>
            </a:r>
            <a:r>
              <a:rPr lang="pl-PL" sz="2000" dirty="0"/>
              <a:t> </a:t>
            </a:r>
            <a:r>
              <a:rPr lang="pl-PL" sz="2000" dirty="0" err="1"/>
              <a:t>upload-code-site</a:t>
            </a:r>
            <a:r>
              <a:rPr lang="pl-PL" sz="2000" dirty="0"/>
              <a:t> --</a:t>
            </a:r>
            <a:r>
              <a:rPr lang="pl-PL" sz="2000" dirty="0" err="1"/>
              <a:t>rootPath</a:t>
            </a:r>
            <a:r>
              <a:rPr lang="pl-PL" sz="2000" dirty="0"/>
              <a:t> . --</a:t>
            </a:r>
            <a:r>
              <a:rPr lang="pl-PL" sz="2000" dirty="0" err="1"/>
              <a:t>compiledPath</a:t>
            </a:r>
            <a:r>
              <a:rPr lang="pl-PL" sz="2000" dirty="0"/>
              <a:t> .\</a:t>
            </a:r>
            <a:r>
              <a:rPr lang="pl-PL" sz="2000" dirty="0" err="1"/>
              <a:t>dist</a:t>
            </a:r>
            <a:r>
              <a:rPr lang="pl-PL" sz="2000" dirty="0"/>
              <a:t> --</a:t>
            </a:r>
            <a:r>
              <a:rPr lang="pl-PL" sz="2000" dirty="0" err="1"/>
              <a:t>siteName</a:t>
            </a:r>
            <a:r>
              <a:rPr lang="pl-PL" sz="2000" dirty="0"/>
              <a:t> "Simple CMS„</a:t>
            </a:r>
          </a:p>
          <a:p>
            <a:r>
              <a:rPr lang="pl-PL" sz="2000" dirty="0" err="1"/>
              <a:t>Enable</a:t>
            </a:r>
            <a:r>
              <a:rPr lang="pl-PL" sz="2000" dirty="0"/>
              <a:t> Power </a:t>
            </a:r>
            <a:r>
              <a:rPr lang="pl-PL" sz="2000" dirty="0" err="1"/>
              <a:t>Page</a:t>
            </a: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3679063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114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 Pages Single Page App</vt:lpstr>
      <vt:lpstr>Dataverse Tables </vt:lpstr>
      <vt:lpstr>Toolset </vt:lpstr>
      <vt:lpstr>Initialize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Piotrek Gaszewski</dc:creator>
  <cp:lastModifiedBy>Piotr Gaszewski</cp:lastModifiedBy>
  <cp:revision>7</cp:revision>
  <dcterms:created xsi:type="dcterms:W3CDTF">2026-04-28T12:01:24Z</dcterms:created>
  <dcterms:modified xsi:type="dcterms:W3CDTF">2026-05-04T14:42:01Z</dcterms:modified>
</cp:coreProperties>
</file>